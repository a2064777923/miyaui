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66" r:id="rId6"/>
    <p:sldId id="268" r:id="rId7"/>
    <p:sldId id="269" r:id="rId8"/>
    <p:sldId id="270" r:id="rId9"/>
    <p:sldId id="15714083" r:id="rId10"/>
    <p:sldId id="27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DC5F"/>
    <a:srgbClr val="FF0000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BD54775E-D17B-42A2-92B9-1628A9027D4D}" type="datetimeFigureOut">
              <a:rPr lang="zh-CN" altLang="en-US" smtClean="0"/>
              <a:pPr/>
              <a:t>2023/12/20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7260C82A-000D-4934-B290-D1148B5DBDC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8025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504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547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579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087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556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531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241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396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914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0C82A-000D-4934-B290-D1148B5DBDC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8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格调办公www.styleppt.com1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格调办公www.styleppt.com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3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2023/12/20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04936" y="1739216"/>
            <a:ext cx="5782127" cy="1028020"/>
          </a:xfrm>
        </p:spPr>
        <p:txBody>
          <a:bodyPr/>
          <a:lstStyle/>
          <a:p>
            <a:pPr algn="dist"/>
            <a:r>
              <a:rPr lang="zh-CN" altLang="en-US" dirty="0">
                <a:gradFill>
                  <a:gsLst>
                    <a:gs pos="100000">
                      <a:srgbClr val="FBDC5F"/>
                    </a:gs>
                    <a:gs pos="0">
                      <a:srgbClr val="C00000"/>
                    </a:gs>
                    <a:gs pos="50000">
                      <a:srgbClr val="FF0000"/>
                    </a:gs>
                  </a:gsLst>
                  <a:lin ang="5400000" scaled="1"/>
                </a:gra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学校放假通知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A13E04-2105-4D11-A37B-676DDA482627}"/>
              </a:ext>
            </a:extLst>
          </p:cNvPr>
          <p:cNvSpPr txBox="1"/>
          <p:nvPr/>
        </p:nvSpPr>
        <p:spPr>
          <a:xfrm>
            <a:off x="5109205" y="2942867"/>
            <a:ext cx="197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演讲人：</a:t>
            </a:r>
            <a:r>
              <a:rPr lang="en-US" altLang="zh-CN" dirty="0">
                <a:solidFill>
                  <a:srgbClr val="C0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XXX</a:t>
            </a:r>
            <a:endParaRPr lang="zh-CN" altLang="en-US" dirty="0">
              <a:solidFill>
                <a:srgbClr val="C00000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AD1CCA-161F-4562-8CF1-27EB1C2EFAB6}"/>
              </a:ext>
            </a:extLst>
          </p:cNvPr>
          <p:cNvSpPr txBox="1"/>
          <p:nvPr/>
        </p:nvSpPr>
        <p:spPr>
          <a:xfrm>
            <a:off x="5171327" y="3294129"/>
            <a:ext cx="197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C0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时间：</a:t>
            </a:r>
            <a:r>
              <a:rPr lang="en-US" altLang="zh-CN" dirty="0">
                <a:solidFill>
                  <a:srgbClr val="C0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endParaRPr lang="zh-CN" altLang="en-US" dirty="0">
              <a:solidFill>
                <a:srgbClr val="C00000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04E27BF-072B-4D2F-A9A9-687462A776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294" y="4014724"/>
            <a:ext cx="284242" cy="2842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FE3068F-59A2-4A05-8AA1-A959C921FB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532" y="3987394"/>
            <a:ext cx="423991" cy="423991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0679F726-9A2F-4832-BC0D-2F8834C7B541}"/>
              </a:ext>
            </a:extLst>
          </p:cNvPr>
          <p:cNvSpPr txBox="1">
            <a:spLocks/>
          </p:cNvSpPr>
          <p:nvPr/>
        </p:nvSpPr>
        <p:spPr>
          <a:xfrm>
            <a:off x="4695739" y="284402"/>
            <a:ext cx="2800520" cy="15458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8800" dirty="0">
                <a:gradFill>
                  <a:gsLst>
                    <a:gs pos="100000">
                      <a:srgbClr val="FBDC5F"/>
                    </a:gs>
                    <a:gs pos="0">
                      <a:srgbClr val="C00000"/>
                    </a:gs>
                    <a:gs pos="50000">
                      <a:srgbClr val="FF0000"/>
                    </a:gs>
                  </a:gsLst>
                  <a:lin ang="5400000" scaled="1"/>
                </a:gra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元旦</a:t>
            </a:r>
          </a:p>
        </p:txBody>
      </p:sp>
    </p:spTree>
    <p:extLst>
      <p:ext uri="{BB962C8B-B14F-4D97-AF65-F5344CB8AC3E}">
        <p14:creationId xmlns:p14="http://schemas.microsoft.com/office/powerpoint/2010/main" val="2962607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2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3C27E552-354D-4CCD-A76C-DB6857580F6E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D8A2297-3475-4524-95D1-92B1C386A7D3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1E1E655E-AA9D-4E63-B39C-5D5A2B298E6E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460330" y="2314964"/>
            <a:ext cx="6610502" cy="88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根据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《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国务院办公厅关于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年部分节假日安排的通知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》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精神，结合我校实际，现将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年元旦放假通知如下：</a:t>
            </a:r>
          </a:p>
        </p:txBody>
      </p:sp>
      <p:sp>
        <p:nvSpPr>
          <p:cNvPr id="4" name="矩形 3"/>
          <p:cNvSpPr/>
          <p:nvPr/>
        </p:nvSpPr>
        <p:spPr>
          <a:xfrm>
            <a:off x="3974832" y="453319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20XX</a:t>
            </a:r>
            <a:r>
              <a: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年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月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日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-3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日放假休</a:t>
            </a:r>
            <a:r>
              <a:rPr lang="en-US" altLang="zh-CN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</a:t>
            </a:r>
            <a:r>
              <a: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天，周二正常上课。</a:t>
            </a:r>
          </a:p>
        </p:txBody>
      </p:sp>
      <p:sp>
        <p:nvSpPr>
          <p:cNvPr id="5" name="矩形 4"/>
          <p:cNvSpPr/>
          <p:nvPr/>
        </p:nvSpPr>
        <p:spPr>
          <a:xfrm>
            <a:off x="3460330" y="4132854"/>
            <a:ext cx="1608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一、放假时间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D29FCBD-6299-4585-9334-19B4EEA193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17" name="流程图: 联系 1">
            <a:extLst>
              <a:ext uri="{FF2B5EF4-FFF2-40B4-BE49-F238E27FC236}">
                <a16:creationId xmlns:a16="http://schemas.microsoft.com/office/drawing/2014/main" id="{8ECA5AEB-1701-4055-B40E-3BA516BF3929}"/>
              </a:ext>
            </a:extLst>
          </p:cNvPr>
          <p:cNvSpPr/>
          <p:nvPr/>
        </p:nvSpPr>
        <p:spPr>
          <a:xfrm>
            <a:off x="2979527" y="2606184"/>
            <a:ext cx="517837" cy="49965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8" name="Freeform 168">
            <a:extLst>
              <a:ext uri="{FF2B5EF4-FFF2-40B4-BE49-F238E27FC236}">
                <a16:creationId xmlns:a16="http://schemas.microsoft.com/office/drawing/2014/main" id="{6B5EC488-2592-439A-A8B1-8BC148F16B32}"/>
              </a:ext>
            </a:extLst>
          </p:cNvPr>
          <p:cNvSpPr>
            <a:spLocks noEditPoints="1"/>
          </p:cNvSpPr>
          <p:nvPr/>
        </p:nvSpPr>
        <p:spPr bwMode="auto">
          <a:xfrm>
            <a:off x="3116840" y="2696860"/>
            <a:ext cx="243213" cy="241100"/>
          </a:xfrm>
          <a:custGeom>
            <a:avLst/>
            <a:gdLst>
              <a:gd name="T0" fmla="*/ 5 w 96"/>
              <a:gd name="T1" fmla="*/ 42 h 99"/>
              <a:gd name="T2" fmla="*/ 74 w 96"/>
              <a:gd name="T3" fmla="*/ 42 h 99"/>
              <a:gd name="T4" fmla="*/ 77 w 96"/>
              <a:gd name="T5" fmla="*/ 41 h 99"/>
              <a:gd name="T6" fmla="*/ 91 w 96"/>
              <a:gd name="T7" fmla="*/ 47 h 99"/>
              <a:gd name="T8" fmla="*/ 96 w 96"/>
              <a:gd name="T9" fmla="*/ 60 h 99"/>
              <a:gd name="T10" fmla="*/ 91 w 96"/>
              <a:gd name="T11" fmla="*/ 73 h 99"/>
              <a:gd name="T12" fmla="*/ 77 w 96"/>
              <a:gd name="T13" fmla="*/ 78 h 99"/>
              <a:gd name="T14" fmla="*/ 68 w 96"/>
              <a:gd name="T15" fmla="*/ 76 h 99"/>
              <a:gd name="T16" fmla="*/ 62 w 96"/>
              <a:gd name="T17" fmla="*/ 85 h 99"/>
              <a:gd name="T18" fmla="*/ 67 w 96"/>
              <a:gd name="T19" fmla="*/ 85 h 99"/>
              <a:gd name="T20" fmla="*/ 84 w 96"/>
              <a:gd name="T21" fmla="*/ 85 h 99"/>
              <a:gd name="T22" fmla="*/ 71 w 96"/>
              <a:gd name="T23" fmla="*/ 99 h 99"/>
              <a:gd name="T24" fmla="*/ 17 w 96"/>
              <a:gd name="T25" fmla="*/ 99 h 99"/>
              <a:gd name="T26" fmla="*/ 12 w 96"/>
              <a:gd name="T27" fmla="*/ 99 h 99"/>
              <a:gd name="T28" fmla="*/ 0 w 96"/>
              <a:gd name="T29" fmla="*/ 85 h 99"/>
              <a:gd name="T30" fmla="*/ 17 w 96"/>
              <a:gd name="T31" fmla="*/ 85 h 99"/>
              <a:gd name="T32" fmla="*/ 21 w 96"/>
              <a:gd name="T33" fmla="*/ 85 h 99"/>
              <a:gd name="T34" fmla="*/ 5 w 96"/>
              <a:gd name="T35" fmla="*/ 42 h 99"/>
              <a:gd name="T36" fmla="*/ 56 w 96"/>
              <a:gd name="T37" fmla="*/ 36 h 99"/>
              <a:gd name="T38" fmla="*/ 55 w 96"/>
              <a:gd name="T39" fmla="*/ 6 h 99"/>
              <a:gd name="T40" fmla="*/ 56 w 96"/>
              <a:gd name="T41" fmla="*/ 36 h 99"/>
              <a:gd name="T42" fmla="*/ 43 w 96"/>
              <a:gd name="T43" fmla="*/ 30 h 99"/>
              <a:gd name="T44" fmla="*/ 42 w 96"/>
              <a:gd name="T45" fmla="*/ 0 h 99"/>
              <a:gd name="T46" fmla="*/ 43 w 96"/>
              <a:gd name="T47" fmla="*/ 30 h 99"/>
              <a:gd name="T48" fmla="*/ 30 w 96"/>
              <a:gd name="T49" fmla="*/ 34 h 99"/>
              <a:gd name="T50" fmla="*/ 29 w 96"/>
              <a:gd name="T51" fmla="*/ 4 h 99"/>
              <a:gd name="T52" fmla="*/ 30 w 96"/>
              <a:gd name="T53" fmla="*/ 34 h 99"/>
              <a:gd name="T54" fmla="*/ 15 w 96"/>
              <a:gd name="T55" fmla="*/ 53 h 99"/>
              <a:gd name="T56" fmla="*/ 26 w 96"/>
              <a:gd name="T57" fmla="*/ 80 h 99"/>
              <a:gd name="T58" fmla="*/ 33 w 96"/>
              <a:gd name="T59" fmla="*/ 75 h 99"/>
              <a:gd name="T60" fmla="*/ 24 w 96"/>
              <a:gd name="T61" fmla="*/ 52 h 99"/>
              <a:gd name="T62" fmla="*/ 15 w 96"/>
              <a:gd name="T63" fmla="*/ 53 h 99"/>
              <a:gd name="T64" fmla="*/ 77 w 96"/>
              <a:gd name="T65" fmla="*/ 50 h 99"/>
              <a:gd name="T66" fmla="*/ 72 w 96"/>
              <a:gd name="T67" fmla="*/ 68 h 99"/>
              <a:gd name="T68" fmla="*/ 77 w 96"/>
              <a:gd name="T69" fmla="*/ 70 h 99"/>
              <a:gd name="T70" fmla="*/ 84 w 96"/>
              <a:gd name="T71" fmla="*/ 67 h 99"/>
              <a:gd name="T72" fmla="*/ 87 w 96"/>
              <a:gd name="T73" fmla="*/ 60 h 99"/>
              <a:gd name="T74" fmla="*/ 84 w 96"/>
              <a:gd name="T75" fmla="*/ 53 h 99"/>
              <a:gd name="T76" fmla="*/ 77 w 96"/>
              <a:gd name="T77" fmla="*/ 50 h 99"/>
              <a:gd name="T78" fmla="*/ 77 w 96"/>
              <a:gd name="T79" fmla="*/ 50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6" h="99">
                <a:moveTo>
                  <a:pt x="5" y="42"/>
                </a:moveTo>
                <a:cubicBezTo>
                  <a:pt x="28" y="42"/>
                  <a:pt x="51" y="42"/>
                  <a:pt x="74" y="42"/>
                </a:cubicBezTo>
                <a:cubicBezTo>
                  <a:pt x="75" y="41"/>
                  <a:pt x="76" y="41"/>
                  <a:pt x="77" y="41"/>
                </a:cubicBezTo>
                <a:cubicBezTo>
                  <a:pt x="83" y="41"/>
                  <a:pt x="87" y="43"/>
                  <a:pt x="91" y="47"/>
                </a:cubicBezTo>
                <a:cubicBezTo>
                  <a:pt x="94" y="50"/>
                  <a:pt x="96" y="55"/>
                  <a:pt x="96" y="60"/>
                </a:cubicBezTo>
                <a:cubicBezTo>
                  <a:pt x="96" y="65"/>
                  <a:pt x="94" y="70"/>
                  <a:pt x="91" y="73"/>
                </a:cubicBezTo>
                <a:cubicBezTo>
                  <a:pt x="87" y="76"/>
                  <a:pt x="83" y="78"/>
                  <a:pt x="77" y="78"/>
                </a:cubicBezTo>
                <a:cubicBezTo>
                  <a:pt x="74" y="78"/>
                  <a:pt x="71" y="78"/>
                  <a:pt x="68" y="76"/>
                </a:cubicBezTo>
                <a:cubicBezTo>
                  <a:pt x="67" y="79"/>
                  <a:pt x="65" y="82"/>
                  <a:pt x="62" y="85"/>
                </a:cubicBezTo>
                <a:cubicBezTo>
                  <a:pt x="67" y="85"/>
                  <a:pt x="67" y="85"/>
                  <a:pt x="67" y="85"/>
                </a:cubicBezTo>
                <a:cubicBezTo>
                  <a:pt x="84" y="85"/>
                  <a:pt x="84" y="85"/>
                  <a:pt x="84" y="85"/>
                </a:cubicBezTo>
                <a:cubicBezTo>
                  <a:pt x="71" y="99"/>
                  <a:pt x="71" y="99"/>
                  <a:pt x="71" y="99"/>
                </a:cubicBezTo>
                <a:cubicBezTo>
                  <a:pt x="17" y="99"/>
                  <a:pt x="17" y="99"/>
                  <a:pt x="17" y="99"/>
                </a:cubicBezTo>
                <a:cubicBezTo>
                  <a:pt x="12" y="99"/>
                  <a:pt x="12" y="99"/>
                  <a:pt x="12" y="99"/>
                </a:cubicBezTo>
                <a:cubicBezTo>
                  <a:pt x="0" y="85"/>
                  <a:pt x="0" y="85"/>
                  <a:pt x="0" y="85"/>
                </a:cubicBezTo>
                <a:cubicBezTo>
                  <a:pt x="17" y="85"/>
                  <a:pt x="17" y="85"/>
                  <a:pt x="17" y="85"/>
                </a:cubicBezTo>
                <a:cubicBezTo>
                  <a:pt x="21" y="85"/>
                  <a:pt x="21" y="85"/>
                  <a:pt x="21" y="85"/>
                </a:cubicBezTo>
                <a:cubicBezTo>
                  <a:pt x="11" y="72"/>
                  <a:pt x="6" y="58"/>
                  <a:pt x="5" y="42"/>
                </a:cubicBezTo>
                <a:close/>
                <a:moveTo>
                  <a:pt x="56" y="36"/>
                </a:moveTo>
                <a:cubicBezTo>
                  <a:pt x="42" y="15"/>
                  <a:pt x="59" y="19"/>
                  <a:pt x="55" y="6"/>
                </a:cubicBezTo>
                <a:cubicBezTo>
                  <a:pt x="64" y="18"/>
                  <a:pt x="50" y="19"/>
                  <a:pt x="56" y="36"/>
                </a:cubicBezTo>
                <a:close/>
                <a:moveTo>
                  <a:pt x="43" y="30"/>
                </a:moveTo>
                <a:cubicBezTo>
                  <a:pt x="37" y="13"/>
                  <a:pt x="51" y="12"/>
                  <a:pt x="42" y="0"/>
                </a:cubicBezTo>
                <a:cubicBezTo>
                  <a:pt x="46" y="14"/>
                  <a:pt x="29" y="10"/>
                  <a:pt x="43" y="30"/>
                </a:cubicBezTo>
                <a:close/>
                <a:moveTo>
                  <a:pt x="30" y="34"/>
                </a:moveTo>
                <a:cubicBezTo>
                  <a:pt x="16" y="14"/>
                  <a:pt x="33" y="18"/>
                  <a:pt x="29" y="4"/>
                </a:cubicBezTo>
                <a:cubicBezTo>
                  <a:pt x="38" y="17"/>
                  <a:pt x="24" y="17"/>
                  <a:pt x="30" y="34"/>
                </a:cubicBezTo>
                <a:close/>
                <a:moveTo>
                  <a:pt x="15" y="53"/>
                </a:moveTo>
                <a:cubicBezTo>
                  <a:pt x="17" y="62"/>
                  <a:pt x="21" y="72"/>
                  <a:pt x="26" y="80"/>
                </a:cubicBezTo>
                <a:cubicBezTo>
                  <a:pt x="33" y="75"/>
                  <a:pt x="33" y="75"/>
                  <a:pt x="33" y="75"/>
                </a:cubicBezTo>
                <a:cubicBezTo>
                  <a:pt x="29" y="68"/>
                  <a:pt x="25" y="59"/>
                  <a:pt x="24" y="52"/>
                </a:cubicBezTo>
                <a:cubicBezTo>
                  <a:pt x="15" y="53"/>
                  <a:pt x="15" y="53"/>
                  <a:pt x="15" y="53"/>
                </a:cubicBezTo>
                <a:close/>
                <a:moveTo>
                  <a:pt x="77" y="50"/>
                </a:moveTo>
                <a:cubicBezTo>
                  <a:pt x="76" y="56"/>
                  <a:pt x="74" y="62"/>
                  <a:pt x="72" y="68"/>
                </a:cubicBezTo>
                <a:cubicBezTo>
                  <a:pt x="74" y="69"/>
                  <a:pt x="75" y="70"/>
                  <a:pt x="77" y="70"/>
                </a:cubicBezTo>
                <a:cubicBezTo>
                  <a:pt x="80" y="70"/>
                  <a:pt x="83" y="69"/>
                  <a:pt x="84" y="67"/>
                </a:cubicBezTo>
                <a:cubicBezTo>
                  <a:pt x="86" y="65"/>
                  <a:pt x="87" y="63"/>
                  <a:pt x="87" y="60"/>
                </a:cubicBezTo>
                <a:cubicBezTo>
                  <a:pt x="87" y="57"/>
                  <a:pt x="86" y="55"/>
                  <a:pt x="84" y="53"/>
                </a:cubicBezTo>
                <a:cubicBezTo>
                  <a:pt x="83" y="51"/>
                  <a:pt x="80" y="50"/>
                  <a:pt x="77" y="50"/>
                </a:cubicBezTo>
                <a:cubicBezTo>
                  <a:pt x="77" y="50"/>
                  <a:pt x="77" y="50"/>
                  <a:pt x="77" y="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9" name="流程图: 联系 13">
            <a:extLst>
              <a:ext uri="{FF2B5EF4-FFF2-40B4-BE49-F238E27FC236}">
                <a16:creationId xmlns:a16="http://schemas.microsoft.com/office/drawing/2014/main" id="{755C8C2E-4905-4774-8D79-7C4BDA7E7D44}"/>
              </a:ext>
            </a:extLst>
          </p:cNvPr>
          <p:cNvSpPr/>
          <p:nvPr/>
        </p:nvSpPr>
        <p:spPr>
          <a:xfrm>
            <a:off x="2991767" y="4362711"/>
            <a:ext cx="499650" cy="49965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0" name="Freeform 145">
            <a:extLst>
              <a:ext uri="{FF2B5EF4-FFF2-40B4-BE49-F238E27FC236}">
                <a16:creationId xmlns:a16="http://schemas.microsoft.com/office/drawing/2014/main" id="{639F0104-81D7-4860-B580-57D9F41F409E}"/>
              </a:ext>
            </a:extLst>
          </p:cNvPr>
          <p:cNvSpPr>
            <a:spLocks noEditPoints="1"/>
          </p:cNvSpPr>
          <p:nvPr/>
        </p:nvSpPr>
        <p:spPr bwMode="auto">
          <a:xfrm>
            <a:off x="3135657" y="4502186"/>
            <a:ext cx="240028" cy="242171"/>
          </a:xfrm>
          <a:custGeom>
            <a:avLst/>
            <a:gdLst>
              <a:gd name="T0" fmla="*/ 43 w 98"/>
              <a:gd name="T1" fmla="*/ 76 h 99"/>
              <a:gd name="T2" fmla="*/ 40 w 98"/>
              <a:gd name="T3" fmla="*/ 70 h 99"/>
              <a:gd name="T4" fmla="*/ 37 w 98"/>
              <a:gd name="T5" fmla="*/ 74 h 99"/>
              <a:gd name="T6" fmla="*/ 35 w 98"/>
              <a:gd name="T7" fmla="*/ 76 h 99"/>
              <a:gd name="T8" fmla="*/ 32 w 98"/>
              <a:gd name="T9" fmla="*/ 75 h 99"/>
              <a:gd name="T10" fmla="*/ 2 w 98"/>
              <a:gd name="T11" fmla="*/ 45 h 99"/>
              <a:gd name="T12" fmla="*/ 7 w 98"/>
              <a:gd name="T13" fmla="*/ 10 h 99"/>
              <a:gd name="T14" fmla="*/ 40 w 98"/>
              <a:gd name="T15" fmla="*/ 26 h 99"/>
              <a:gd name="T16" fmla="*/ 71 w 98"/>
              <a:gd name="T17" fmla="*/ 0 h 99"/>
              <a:gd name="T18" fmla="*/ 48 w 98"/>
              <a:gd name="T19" fmla="*/ 79 h 99"/>
              <a:gd name="T20" fmla="*/ 35 w 98"/>
              <a:gd name="T21" fmla="*/ 99 h 99"/>
              <a:gd name="T22" fmla="*/ 29 w 98"/>
              <a:gd name="T23" fmla="*/ 95 h 99"/>
              <a:gd name="T24" fmla="*/ 43 w 98"/>
              <a:gd name="T25" fmla="*/ 76 h 99"/>
              <a:gd name="T26" fmla="*/ 47 w 98"/>
              <a:gd name="T27" fmla="*/ 57 h 99"/>
              <a:gd name="T28" fmla="*/ 50 w 98"/>
              <a:gd name="T29" fmla="*/ 63 h 99"/>
              <a:gd name="T30" fmla="*/ 65 w 98"/>
              <a:gd name="T31" fmla="*/ 18 h 99"/>
              <a:gd name="T32" fmla="*/ 47 w 98"/>
              <a:gd name="T33" fmla="*/ 32 h 99"/>
              <a:gd name="T34" fmla="*/ 46 w 98"/>
              <a:gd name="T35" fmla="*/ 34 h 99"/>
              <a:gd name="T36" fmla="*/ 47 w 98"/>
              <a:gd name="T37" fmla="*/ 57 h 99"/>
              <a:gd name="T38" fmla="*/ 28 w 98"/>
              <a:gd name="T39" fmla="*/ 63 h 99"/>
              <a:gd name="T40" fmla="*/ 16 w 98"/>
              <a:gd name="T41" fmla="*/ 24 h 99"/>
              <a:gd name="T42" fmla="*/ 16 w 98"/>
              <a:gd name="T43" fmla="*/ 24 h 99"/>
              <a:gd name="T44" fmla="*/ 33 w 98"/>
              <a:gd name="T45" fmla="*/ 61 h 99"/>
              <a:gd name="T46" fmla="*/ 13 w 98"/>
              <a:gd name="T47" fmla="*/ 21 h 99"/>
              <a:gd name="T48" fmla="*/ 10 w 98"/>
              <a:gd name="T49" fmla="*/ 44 h 99"/>
              <a:gd name="T50" fmla="*/ 28 w 98"/>
              <a:gd name="T51" fmla="*/ 63 h 99"/>
              <a:gd name="T52" fmla="*/ 55 w 98"/>
              <a:gd name="T53" fmla="*/ 64 h 99"/>
              <a:gd name="T54" fmla="*/ 68 w 98"/>
              <a:gd name="T55" fmla="*/ 18 h 99"/>
              <a:gd name="T56" fmla="*/ 55 w 98"/>
              <a:gd name="T57" fmla="*/ 64 h 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98" h="99">
                <a:moveTo>
                  <a:pt x="43" y="76"/>
                </a:moveTo>
                <a:cubicBezTo>
                  <a:pt x="42" y="75"/>
                  <a:pt x="41" y="73"/>
                  <a:pt x="40" y="70"/>
                </a:cubicBezTo>
                <a:cubicBezTo>
                  <a:pt x="39" y="71"/>
                  <a:pt x="38" y="73"/>
                  <a:pt x="37" y="74"/>
                </a:cubicBezTo>
                <a:cubicBezTo>
                  <a:pt x="35" y="76"/>
                  <a:pt x="35" y="76"/>
                  <a:pt x="35" y="76"/>
                </a:cubicBezTo>
                <a:cubicBezTo>
                  <a:pt x="32" y="75"/>
                  <a:pt x="32" y="75"/>
                  <a:pt x="32" y="75"/>
                </a:cubicBezTo>
                <a:cubicBezTo>
                  <a:pt x="25" y="72"/>
                  <a:pt x="4" y="62"/>
                  <a:pt x="2" y="45"/>
                </a:cubicBezTo>
                <a:cubicBezTo>
                  <a:pt x="0" y="28"/>
                  <a:pt x="10" y="19"/>
                  <a:pt x="7" y="10"/>
                </a:cubicBezTo>
                <a:cubicBezTo>
                  <a:pt x="21" y="13"/>
                  <a:pt x="33" y="19"/>
                  <a:pt x="40" y="26"/>
                </a:cubicBezTo>
                <a:cubicBezTo>
                  <a:pt x="52" y="11"/>
                  <a:pt x="67" y="11"/>
                  <a:pt x="71" y="0"/>
                </a:cubicBezTo>
                <a:cubicBezTo>
                  <a:pt x="98" y="38"/>
                  <a:pt x="94" y="74"/>
                  <a:pt x="48" y="79"/>
                </a:cubicBezTo>
                <a:cubicBezTo>
                  <a:pt x="44" y="86"/>
                  <a:pt x="40" y="93"/>
                  <a:pt x="35" y="99"/>
                </a:cubicBezTo>
                <a:cubicBezTo>
                  <a:pt x="29" y="95"/>
                  <a:pt x="29" y="95"/>
                  <a:pt x="29" y="95"/>
                </a:cubicBezTo>
                <a:cubicBezTo>
                  <a:pt x="34" y="89"/>
                  <a:pt x="39" y="83"/>
                  <a:pt x="43" y="76"/>
                </a:cubicBezTo>
                <a:close/>
                <a:moveTo>
                  <a:pt x="47" y="57"/>
                </a:moveTo>
                <a:cubicBezTo>
                  <a:pt x="48" y="60"/>
                  <a:pt x="49" y="62"/>
                  <a:pt x="50" y="63"/>
                </a:cubicBezTo>
                <a:cubicBezTo>
                  <a:pt x="56" y="49"/>
                  <a:pt x="61" y="33"/>
                  <a:pt x="65" y="18"/>
                </a:cubicBezTo>
                <a:cubicBezTo>
                  <a:pt x="61" y="22"/>
                  <a:pt x="53" y="24"/>
                  <a:pt x="47" y="32"/>
                </a:cubicBezTo>
                <a:cubicBezTo>
                  <a:pt x="47" y="33"/>
                  <a:pt x="46" y="33"/>
                  <a:pt x="46" y="34"/>
                </a:cubicBezTo>
                <a:cubicBezTo>
                  <a:pt x="50" y="41"/>
                  <a:pt x="50" y="49"/>
                  <a:pt x="47" y="57"/>
                </a:cubicBezTo>
                <a:close/>
                <a:moveTo>
                  <a:pt x="28" y="63"/>
                </a:moveTo>
                <a:cubicBezTo>
                  <a:pt x="25" y="49"/>
                  <a:pt x="22" y="36"/>
                  <a:pt x="16" y="24"/>
                </a:cubicBezTo>
                <a:cubicBezTo>
                  <a:pt x="16" y="24"/>
                  <a:pt x="16" y="24"/>
                  <a:pt x="16" y="24"/>
                </a:cubicBezTo>
                <a:cubicBezTo>
                  <a:pt x="22" y="33"/>
                  <a:pt x="29" y="46"/>
                  <a:pt x="33" y="61"/>
                </a:cubicBezTo>
                <a:cubicBezTo>
                  <a:pt x="47" y="44"/>
                  <a:pt x="38" y="27"/>
                  <a:pt x="13" y="21"/>
                </a:cubicBezTo>
                <a:cubicBezTo>
                  <a:pt x="15" y="27"/>
                  <a:pt x="9" y="33"/>
                  <a:pt x="10" y="44"/>
                </a:cubicBezTo>
                <a:cubicBezTo>
                  <a:pt x="11" y="56"/>
                  <a:pt x="24" y="61"/>
                  <a:pt x="28" y="63"/>
                </a:cubicBezTo>
                <a:close/>
                <a:moveTo>
                  <a:pt x="55" y="64"/>
                </a:moveTo>
                <a:cubicBezTo>
                  <a:pt x="80" y="60"/>
                  <a:pt x="83" y="40"/>
                  <a:pt x="68" y="18"/>
                </a:cubicBezTo>
                <a:cubicBezTo>
                  <a:pt x="67" y="31"/>
                  <a:pt x="62" y="48"/>
                  <a:pt x="55" y="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53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443174" y="2738462"/>
            <a:ext cx="7222766" cy="10310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</a:t>
            </a:r>
            <a:r>
              <a:rPr lang="zh-CN" altLang="en-US" sz="1400" b="1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注意游泳安全，严防溺水事故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。做到“五不”，即：不在无家长的带领下私自下水游泳；不擅自与同学结伴游泳，戏水；不到无安全设施，无救护人员、无安全保障的水域游泳；不到不熟悉的水域游泳；不到河边、水沟、水渠等有水的地方玩耍或钓鱼。</a:t>
            </a:r>
          </a:p>
        </p:txBody>
      </p:sp>
      <p:sp>
        <p:nvSpPr>
          <p:cNvPr id="3" name="矩形 2"/>
          <p:cNvSpPr/>
          <p:nvPr/>
        </p:nvSpPr>
        <p:spPr>
          <a:xfrm>
            <a:off x="3443174" y="228992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二、安全方面</a:t>
            </a:r>
          </a:p>
        </p:txBody>
      </p:sp>
      <p:sp>
        <p:nvSpPr>
          <p:cNvPr id="9" name="流程图: 联系 17">
            <a:extLst>
              <a:ext uri="{FF2B5EF4-FFF2-40B4-BE49-F238E27FC236}">
                <a16:creationId xmlns:a16="http://schemas.microsoft.com/office/drawing/2014/main" id="{34A66C82-768E-4C43-A027-AD103452E76C}"/>
              </a:ext>
            </a:extLst>
          </p:cNvPr>
          <p:cNvSpPr/>
          <p:nvPr/>
        </p:nvSpPr>
        <p:spPr>
          <a:xfrm>
            <a:off x="2871602" y="3075164"/>
            <a:ext cx="545090" cy="54509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0" name="Freeform 93">
            <a:extLst>
              <a:ext uri="{FF2B5EF4-FFF2-40B4-BE49-F238E27FC236}">
                <a16:creationId xmlns:a16="http://schemas.microsoft.com/office/drawing/2014/main" id="{089CCA73-3573-42D4-96B7-257B50E2D1C2}"/>
              </a:ext>
            </a:extLst>
          </p:cNvPr>
          <p:cNvSpPr>
            <a:spLocks noEditPoints="1"/>
          </p:cNvSpPr>
          <p:nvPr/>
        </p:nvSpPr>
        <p:spPr bwMode="auto">
          <a:xfrm>
            <a:off x="3086079" y="3234707"/>
            <a:ext cx="142618" cy="191716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1" name="流程图: 联系 19">
            <a:extLst>
              <a:ext uri="{FF2B5EF4-FFF2-40B4-BE49-F238E27FC236}">
                <a16:creationId xmlns:a16="http://schemas.microsoft.com/office/drawing/2014/main" id="{E1D898DF-84BB-458D-82E1-81CE8FA01BB6}"/>
              </a:ext>
            </a:extLst>
          </p:cNvPr>
          <p:cNvSpPr/>
          <p:nvPr/>
        </p:nvSpPr>
        <p:spPr>
          <a:xfrm>
            <a:off x="2871602" y="4595045"/>
            <a:ext cx="545090" cy="54509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2" name="Freeform 147">
            <a:extLst>
              <a:ext uri="{FF2B5EF4-FFF2-40B4-BE49-F238E27FC236}">
                <a16:creationId xmlns:a16="http://schemas.microsoft.com/office/drawing/2014/main" id="{5F35D9C6-0BCF-4706-89C1-05DEB4FCCC2B}"/>
              </a:ext>
            </a:extLst>
          </p:cNvPr>
          <p:cNvSpPr>
            <a:spLocks noEditPoints="1"/>
          </p:cNvSpPr>
          <p:nvPr/>
        </p:nvSpPr>
        <p:spPr bwMode="auto">
          <a:xfrm>
            <a:off x="3065020" y="4715254"/>
            <a:ext cx="180027" cy="282900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7A6A47-6A62-49A1-BA4B-7F1E731FB575}"/>
              </a:ext>
            </a:extLst>
          </p:cNvPr>
          <p:cNvSpPr/>
          <p:nvPr/>
        </p:nvSpPr>
        <p:spPr>
          <a:xfrm>
            <a:off x="3416692" y="4656548"/>
            <a:ext cx="7505308" cy="386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</a:t>
            </a:r>
            <a:r>
              <a:rPr lang="zh-CN" altLang="en-US" sz="1400" b="1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注意交通安全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。元旦假期外出严格遵守交通规则，不随意横穿马路，不在马路上玩耍。</a:t>
            </a:r>
          </a:p>
        </p:txBody>
      </p:sp>
    </p:spTree>
    <p:extLst>
      <p:ext uri="{BB962C8B-B14F-4D97-AF65-F5344CB8AC3E}">
        <p14:creationId xmlns:p14="http://schemas.microsoft.com/office/powerpoint/2010/main" val="275858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443174" y="228992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二、安全方面</a:t>
            </a:r>
          </a:p>
        </p:txBody>
      </p:sp>
      <p:sp>
        <p:nvSpPr>
          <p:cNvPr id="9" name="流程图: 联系 17">
            <a:extLst>
              <a:ext uri="{FF2B5EF4-FFF2-40B4-BE49-F238E27FC236}">
                <a16:creationId xmlns:a16="http://schemas.microsoft.com/office/drawing/2014/main" id="{34A66C82-768E-4C43-A027-AD103452E76C}"/>
              </a:ext>
            </a:extLst>
          </p:cNvPr>
          <p:cNvSpPr/>
          <p:nvPr/>
        </p:nvSpPr>
        <p:spPr>
          <a:xfrm>
            <a:off x="2871602" y="3075164"/>
            <a:ext cx="545090" cy="54509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0" name="Freeform 93">
            <a:extLst>
              <a:ext uri="{FF2B5EF4-FFF2-40B4-BE49-F238E27FC236}">
                <a16:creationId xmlns:a16="http://schemas.microsoft.com/office/drawing/2014/main" id="{089CCA73-3573-42D4-96B7-257B50E2D1C2}"/>
              </a:ext>
            </a:extLst>
          </p:cNvPr>
          <p:cNvSpPr>
            <a:spLocks noEditPoints="1"/>
          </p:cNvSpPr>
          <p:nvPr/>
        </p:nvSpPr>
        <p:spPr bwMode="auto">
          <a:xfrm>
            <a:off x="3086079" y="3234707"/>
            <a:ext cx="142618" cy="191716"/>
          </a:xfrm>
          <a:custGeom>
            <a:avLst/>
            <a:gdLst>
              <a:gd name="T0" fmla="*/ 188 w 216"/>
              <a:gd name="T1" fmla="*/ 126 h 288"/>
              <a:gd name="T2" fmla="*/ 188 w 216"/>
              <a:gd name="T3" fmla="*/ 79 h 288"/>
              <a:gd name="T4" fmla="*/ 109 w 216"/>
              <a:gd name="T5" fmla="*/ 0 h 288"/>
              <a:gd name="T6" fmla="*/ 108 w 216"/>
              <a:gd name="T7" fmla="*/ 0 h 288"/>
              <a:gd name="T8" fmla="*/ 106 w 216"/>
              <a:gd name="T9" fmla="*/ 0 h 288"/>
              <a:gd name="T10" fmla="*/ 28 w 216"/>
              <a:gd name="T11" fmla="*/ 79 h 288"/>
              <a:gd name="T12" fmla="*/ 28 w 216"/>
              <a:gd name="T13" fmla="*/ 126 h 288"/>
              <a:gd name="T14" fmla="*/ 0 w 216"/>
              <a:gd name="T15" fmla="*/ 126 h 288"/>
              <a:gd name="T16" fmla="*/ 0 w 216"/>
              <a:gd name="T17" fmla="*/ 288 h 288"/>
              <a:gd name="T18" fmla="*/ 216 w 216"/>
              <a:gd name="T19" fmla="*/ 288 h 288"/>
              <a:gd name="T20" fmla="*/ 216 w 216"/>
              <a:gd name="T21" fmla="*/ 126 h 288"/>
              <a:gd name="T22" fmla="*/ 188 w 216"/>
              <a:gd name="T23" fmla="*/ 126 h 288"/>
              <a:gd name="T24" fmla="*/ 133 w 216"/>
              <a:gd name="T25" fmla="*/ 259 h 288"/>
              <a:gd name="T26" fmla="*/ 84 w 216"/>
              <a:gd name="T27" fmla="*/ 259 h 288"/>
              <a:gd name="T28" fmla="*/ 96 w 216"/>
              <a:gd name="T29" fmla="*/ 206 h 288"/>
              <a:gd name="T30" fmla="*/ 84 w 216"/>
              <a:gd name="T31" fmla="*/ 185 h 288"/>
              <a:gd name="T32" fmla="*/ 108 w 216"/>
              <a:gd name="T33" fmla="*/ 161 h 288"/>
              <a:gd name="T34" fmla="*/ 133 w 216"/>
              <a:gd name="T35" fmla="*/ 185 h 288"/>
              <a:gd name="T36" fmla="*/ 120 w 216"/>
              <a:gd name="T37" fmla="*/ 206 h 288"/>
              <a:gd name="T38" fmla="*/ 133 w 216"/>
              <a:gd name="T39" fmla="*/ 259 h 288"/>
              <a:gd name="T40" fmla="*/ 148 w 216"/>
              <a:gd name="T41" fmla="*/ 126 h 288"/>
              <a:gd name="T42" fmla="*/ 67 w 216"/>
              <a:gd name="T43" fmla="*/ 126 h 288"/>
              <a:gd name="T44" fmla="*/ 67 w 216"/>
              <a:gd name="T45" fmla="*/ 79 h 288"/>
              <a:gd name="T46" fmla="*/ 106 w 216"/>
              <a:gd name="T47" fmla="*/ 40 h 288"/>
              <a:gd name="T48" fmla="*/ 108 w 216"/>
              <a:gd name="T49" fmla="*/ 40 h 288"/>
              <a:gd name="T50" fmla="*/ 109 w 216"/>
              <a:gd name="T51" fmla="*/ 40 h 288"/>
              <a:gd name="T52" fmla="*/ 148 w 216"/>
              <a:gd name="T53" fmla="*/ 79 h 288"/>
              <a:gd name="T54" fmla="*/ 148 w 216"/>
              <a:gd name="T55" fmla="*/ 126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" h="288">
                <a:moveTo>
                  <a:pt x="188" y="126"/>
                </a:moveTo>
                <a:cubicBezTo>
                  <a:pt x="188" y="79"/>
                  <a:pt x="188" y="79"/>
                  <a:pt x="188" y="79"/>
                </a:cubicBezTo>
                <a:cubicBezTo>
                  <a:pt x="188" y="36"/>
                  <a:pt x="152" y="0"/>
                  <a:pt x="109" y="0"/>
                </a:cubicBezTo>
                <a:cubicBezTo>
                  <a:pt x="109" y="0"/>
                  <a:pt x="108" y="0"/>
                  <a:pt x="108" y="0"/>
                </a:cubicBezTo>
                <a:cubicBezTo>
                  <a:pt x="107" y="0"/>
                  <a:pt x="107" y="0"/>
                  <a:pt x="106" y="0"/>
                </a:cubicBezTo>
                <a:cubicBezTo>
                  <a:pt x="63" y="0"/>
                  <a:pt x="28" y="36"/>
                  <a:pt x="28" y="79"/>
                </a:cubicBezTo>
                <a:cubicBezTo>
                  <a:pt x="28" y="126"/>
                  <a:pt x="28" y="126"/>
                  <a:pt x="28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288"/>
                  <a:pt x="0" y="288"/>
                  <a:pt x="0" y="288"/>
                </a:cubicBezTo>
                <a:cubicBezTo>
                  <a:pt x="216" y="288"/>
                  <a:pt x="216" y="288"/>
                  <a:pt x="216" y="288"/>
                </a:cubicBezTo>
                <a:cubicBezTo>
                  <a:pt x="216" y="126"/>
                  <a:pt x="216" y="126"/>
                  <a:pt x="216" y="126"/>
                </a:cubicBezTo>
                <a:lnTo>
                  <a:pt x="188" y="126"/>
                </a:lnTo>
                <a:close/>
                <a:moveTo>
                  <a:pt x="133" y="259"/>
                </a:moveTo>
                <a:cubicBezTo>
                  <a:pt x="84" y="259"/>
                  <a:pt x="84" y="259"/>
                  <a:pt x="84" y="259"/>
                </a:cubicBezTo>
                <a:cubicBezTo>
                  <a:pt x="96" y="206"/>
                  <a:pt x="96" y="206"/>
                  <a:pt x="96" y="206"/>
                </a:cubicBezTo>
                <a:cubicBezTo>
                  <a:pt x="88" y="202"/>
                  <a:pt x="84" y="194"/>
                  <a:pt x="84" y="185"/>
                </a:cubicBezTo>
                <a:cubicBezTo>
                  <a:pt x="84" y="172"/>
                  <a:pt x="95" y="161"/>
                  <a:pt x="108" y="161"/>
                </a:cubicBezTo>
                <a:cubicBezTo>
                  <a:pt x="122" y="161"/>
                  <a:pt x="133" y="172"/>
                  <a:pt x="133" y="185"/>
                </a:cubicBezTo>
                <a:cubicBezTo>
                  <a:pt x="133" y="194"/>
                  <a:pt x="128" y="202"/>
                  <a:pt x="120" y="206"/>
                </a:cubicBezTo>
                <a:lnTo>
                  <a:pt x="133" y="259"/>
                </a:lnTo>
                <a:close/>
                <a:moveTo>
                  <a:pt x="148" y="126"/>
                </a:moveTo>
                <a:cubicBezTo>
                  <a:pt x="67" y="126"/>
                  <a:pt x="67" y="126"/>
                  <a:pt x="67" y="126"/>
                </a:cubicBezTo>
                <a:cubicBezTo>
                  <a:pt x="67" y="79"/>
                  <a:pt x="67" y="79"/>
                  <a:pt x="67" y="79"/>
                </a:cubicBezTo>
                <a:cubicBezTo>
                  <a:pt x="67" y="57"/>
                  <a:pt x="85" y="40"/>
                  <a:pt x="106" y="40"/>
                </a:cubicBezTo>
                <a:cubicBezTo>
                  <a:pt x="107" y="40"/>
                  <a:pt x="108" y="40"/>
                  <a:pt x="108" y="40"/>
                </a:cubicBezTo>
                <a:cubicBezTo>
                  <a:pt x="108" y="40"/>
                  <a:pt x="109" y="40"/>
                  <a:pt x="109" y="40"/>
                </a:cubicBezTo>
                <a:cubicBezTo>
                  <a:pt x="131" y="40"/>
                  <a:pt x="148" y="57"/>
                  <a:pt x="148" y="79"/>
                </a:cubicBezTo>
                <a:lnTo>
                  <a:pt x="148" y="1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1" name="流程图: 联系 19">
            <a:extLst>
              <a:ext uri="{FF2B5EF4-FFF2-40B4-BE49-F238E27FC236}">
                <a16:creationId xmlns:a16="http://schemas.microsoft.com/office/drawing/2014/main" id="{E1D898DF-84BB-458D-82E1-81CE8FA01BB6}"/>
              </a:ext>
            </a:extLst>
          </p:cNvPr>
          <p:cNvSpPr/>
          <p:nvPr/>
        </p:nvSpPr>
        <p:spPr>
          <a:xfrm>
            <a:off x="2871602" y="3901673"/>
            <a:ext cx="545090" cy="54509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2" name="Freeform 147">
            <a:extLst>
              <a:ext uri="{FF2B5EF4-FFF2-40B4-BE49-F238E27FC236}">
                <a16:creationId xmlns:a16="http://schemas.microsoft.com/office/drawing/2014/main" id="{5F35D9C6-0BCF-4706-89C1-05DEB4FCCC2B}"/>
              </a:ext>
            </a:extLst>
          </p:cNvPr>
          <p:cNvSpPr>
            <a:spLocks noEditPoints="1"/>
          </p:cNvSpPr>
          <p:nvPr/>
        </p:nvSpPr>
        <p:spPr bwMode="auto">
          <a:xfrm>
            <a:off x="3065020" y="4021882"/>
            <a:ext cx="180027" cy="282900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A102B2-4CA3-46C4-981B-D4882D8CED8A}"/>
              </a:ext>
            </a:extLst>
          </p:cNvPr>
          <p:cNvSpPr/>
          <p:nvPr/>
        </p:nvSpPr>
        <p:spPr>
          <a:xfrm>
            <a:off x="3511425" y="3105834"/>
            <a:ext cx="7243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</a:t>
            </a:r>
            <a:r>
              <a:rPr lang="zh-CN" altLang="en-US" sz="1400" b="1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强化防雷电常识，掌握防雷电常识</a:t>
            </a:r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。雷雨天气尽量不要外出，不到大树、线杆下避雨，大风天气预防空中悬挂物的坠落等。</a:t>
            </a:r>
          </a:p>
        </p:txBody>
      </p:sp>
      <p:sp>
        <p:nvSpPr>
          <p:cNvPr id="16" name="流程图: 联系 19">
            <a:extLst>
              <a:ext uri="{FF2B5EF4-FFF2-40B4-BE49-F238E27FC236}">
                <a16:creationId xmlns:a16="http://schemas.microsoft.com/office/drawing/2014/main" id="{1C5DF593-7D38-478C-A864-5BAF83D3EF11}"/>
              </a:ext>
            </a:extLst>
          </p:cNvPr>
          <p:cNvSpPr/>
          <p:nvPr/>
        </p:nvSpPr>
        <p:spPr>
          <a:xfrm>
            <a:off x="2871602" y="4660976"/>
            <a:ext cx="545090" cy="54509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8" name="Freeform 114">
            <a:extLst>
              <a:ext uri="{FF2B5EF4-FFF2-40B4-BE49-F238E27FC236}">
                <a16:creationId xmlns:a16="http://schemas.microsoft.com/office/drawing/2014/main" id="{0A4E03B5-6227-4FB4-AD87-FBA1D858C29F}"/>
              </a:ext>
            </a:extLst>
          </p:cNvPr>
          <p:cNvSpPr>
            <a:spLocks noEditPoints="1"/>
          </p:cNvSpPr>
          <p:nvPr/>
        </p:nvSpPr>
        <p:spPr bwMode="auto">
          <a:xfrm>
            <a:off x="3019516" y="4761304"/>
            <a:ext cx="249262" cy="344434"/>
          </a:xfrm>
          <a:custGeom>
            <a:avLst/>
            <a:gdLst>
              <a:gd name="T0" fmla="*/ 37 w 73"/>
              <a:gd name="T1" fmla="*/ 0 h 100"/>
              <a:gd name="T2" fmla="*/ 63 w 73"/>
              <a:gd name="T3" fmla="*/ 9 h 100"/>
              <a:gd name="T4" fmla="*/ 73 w 73"/>
              <a:gd name="T5" fmla="*/ 33 h 100"/>
              <a:gd name="T6" fmla="*/ 73 w 73"/>
              <a:gd name="T7" fmla="*/ 40 h 100"/>
              <a:gd name="T8" fmla="*/ 70 w 73"/>
              <a:gd name="T9" fmla="*/ 47 h 100"/>
              <a:gd name="T10" fmla="*/ 50 w 73"/>
              <a:gd name="T11" fmla="*/ 74 h 100"/>
              <a:gd name="T12" fmla="*/ 48 w 73"/>
              <a:gd name="T13" fmla="*/ 76 h 100"/>
              <a:gd name="T14" fmla="*/ 48 w 73"/>
              <a:gd name="T15" fmla="*/ 80 h 100"/>
              <a:gd name="T16" fmla="*/ 46 w 73"/>
              <a:gd name="T17" fmla="*/ 80 h 100"/>
              <a:gd name="T18" fmla="*/ 44 w 73"/>
              <a:gd name="T19" fmla="*/ 80 h 100"/>
              <a:gd name="T20" fmla="*/ 38 w 73"/>
              <a:gd name="T21" fmla="*/ 80 h 100"/>
              <a:gd name="T22" fmla="*/ 36 w 73"/>
              <a:gd name="T23" fmla="*/ 80 h 100"/>
              <a:gd name="T24" fmla="*/ 31 w 73"/>
              <a:gd name="T25" fmla="*/ 80 h 100"/>
              <a:gd name="T26" fmla="*/ 29 w 73"/>
              <a:gd name="T27" fmla="*/ 80 h 100"/>
              <a:gd name="T28" fmla="*/ 27 w 73"/>
              <a:gd name="T29" fmla="*/ 80 h 100"/>
              <a:gd name="T30" fmla="*/ 27 w 73"/>
              <a:gd name="T31" fmla="*/ 80 h 100"/>
              <a:gd name="T32" fmla="*/ 27 w 73"/>
              <a:gd name="T33" fmla="*/ 76 h 100"/>
              <a:gd name="T34" fmla="*/ 21 w 73"/>
              <a:gd name="T35" fmla="*/ 70 h 100"/>
              <a:gd name="T36" fmla="*/ 0 w 73"/>
              <a:gd name="T37" fmla="*/ 33 h 100"/>
              <a:gd name="T38" fmla="*/ 11 w 73"/>
              <a:gd name="T39" fmla="*/ 9 h 100"/>
              <a:gd name="T40" fmla="*/ 37 w 73"/>
              <a:gd name="T41" fmla="*/ 0 h 100"/>
              <a:gd name="T42" fmla="*/ 45 w 73"/>
              <a:gd name="T43" fmla="*/ 86 h 100"/>
              <a:gd name="T44" fmla="*/ 43 w 73"/>
              <a:gd name="T45" fmla="*/ 100 h 100"/>
              <a:gd name="T46" fmla="*/ 31 w 73"/>
              <a:gd name="T47" fmla="*/ 100 h 100"/>
              <a:gd name="T48" fmla="*/ 30 w 73"/>
              <a:gd name="T49" fmla="*/ 86 h 100"/>
              <a:gd name="T50" fmla="*/ 45 w 73"/>
              <a:gd name="T51" fmla="*/ 86 h 100"/>
              <a:gd name="T52" fmla="*/ 37 w 73"/>
              <a:gd name="T53" fmla="*/ 74 h 100"/>
              <a:gd name="T54" fmla="*/ 43 w 73"/>
              <a:gd name="T55" fmla="*/ 74 h 100"/>
              <a:gd name="T56" fmla="*/ 48 w 73"/>
              <a:gd name="T57" fmla="*/ 6 h 100"/>
              <a:gd name="T58" fmla="*/ 37 w 73"/>
              <a:gd name="T59" fmla="*/ 4 h 100"/>
              <a:gd name="T60" fmla="*/ 36 w 73"/>
              <a:gd name="T61" fmla="*/ 4 h 100"/>
              <a:gd name="T62" fmla="*/ 37 w 73"/>
              <a:gd name="T63" fmla="*/ 74 h 100"/>
              <a:gd name="T64" fmla="*/ 17 w 73"/>
              <a:gd name="T65" fmla="*/ 10 h 100"/>
              <a:gd name="T66" fmla="*/ 16 w 73"/>
              <a:gd name="T67" fmla="*/ 58 h 100"/>
              <a:gd name="T68" fmla="*/ 25 w 73"/>
              <a:gd name="T69" fmla="*/ 67 h 100"/>
              <a:gd name="T70" fmla="*/ 30 w 73"/>
              <a:gd name="T71" fmla="*/ 72 h 100"/>
              <a:gd name="T72" fmla="*/ 27 w 73"/>
              <a:gd name="T73" fmla="*/ 5 h 100"/>
              <a:gd name="T74" fmla="*/ 17 w 73"/>
              <a:gd name="T75" fmla="*/ 10 h 100"/>
              <a:gd name="T76" fmla="*/ 60 w 73"/>
              <a:gd name="T77" fmla="*/ 13 h 100"/>
              <a:gd name="T78" fmla="*/ 56 w 73"/>
              <a:gd name="T79" fmla="*/ 60 h 100"/>
              <a:gd name="T80" fmla="*/ 66 w 73"/>
              <a:gd name="T81" fmla="*/ 45 h 100"/>
              <a:gd name="T82" fmla="*/ 68 w 73"/>
              <a:gd name="T83" fmla="*/ 39 h 100"/>
              <a:gd name="T84" fmla="*/ 69 w 73"/>
              <a:gd name="T85" fmla="*/ 33 h 100"/>
              <a:gd name="T86" fmla="*/ 60 w 73"/>
              <a:gd name="T87" fmla="*/ 13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73" h="100">
                <a:moveTo>
                  <a:pt x="37" y="0"/>
                </a:moveTo>
                <a:cubicBezTo>
                  <a:pt x="47" y="0"/>
                  <a:pt x="56" y="3"/>
                  <a:pt x="63" y="9"/>
                </a:cubicBezTo>
                <a:cubicBezTo>
                  <a:pt x="69" y="15"/>
                  <a:pt x="73" y="24"/>
                  <a:pt x="73" y="33"/>
                </a:cubicBezTo>
                <a:cubicBezTo>
                  <a:pt x="73" y="36"/>
                  <a:pt x="73" y="38"/>
                  <a:pt x="73" y="40"/>
                </a:cubicBezTo>
                <a:cubicBezTo>
                  <a:pt x="72" y="43"/>
                  <a:pt x="71" y="45"/>
                  <a:pt x="70" y="47"/>
                </a:cubicBezTo>
                <a:cubicBezTo>
                  <a:pt x="68" y="53"/>
                  <a:pt x="56" y="67"/>
                  <a:pt x="50" y="74"/>
                </a:cubicBezTo>
                <a:cubicBezTo>
                  <a:pt x="49" y="75"/>
                  <a:pt x="48" y="75"/>
                  <a:pt x="48" y="76"/>
                </a:cubicBezTo>
                <a:cubicBezTo>
                  <a:pt x="48" y="80"/>
                  <a:pt x="48" y="80"/>
                  <a:pt x="48" y="80"/>
                </a:cubicBezTo>
                <a:cubicBezTo>
                  <a:pt x="46" y="80"/>
                  <a:pt x="46" y="80"/>
                  <a:pt x="46" y="80"/>
                </a:cubicBezTo>
                <a:cubicBezTo>
                  <a:pt x="44" y="80"/>
                  <a:pt x="44" y="80"/>
                  <a:pt x="44" y="80"/>
                </a:cubicBezTo>
                <a:cubicBezTo>
                  <a:pt x="38" y="80"/>
                  <a:pt x="38" y="80"/>
                  <a:pt x="38" y="80"/>
                </a:cubicBezTo>
                <a:cubicBezTo>
                  <a:pt x="36" y="80"/>
                  <a:pt x="36" y="80"/>
                  <a:pt x="36" y="80"/>
                </a:cubicBezTo>
                <a:cubicBezTo>
                  <a:pt x="31" y="80"/>
                  <a:pt x="31" y="80"/>
                  <a:pt x="31" y="80"/>
                </a:cubicBezTo>
                <a:cubicBezTo>
                  <a:pt x="29" y="80"/>
                  <a:pt x="29" y="80"/>
                  <a:pt x="29" y="80"/>
                </a:cubicBezTo>
                <a:cubicBezTo>
                  <a:pt x="27" y="80"/>
                  <a:pt x="27" y="80"/>
                  <a:pt x="27" y="80"/>
                </a:cubicBezTo>
                <a:cubicBezTo>
                  <a:pt x="27" y="80"/>
                  <a:pt x="27" y="80"/>
                  <a:pt x="27" y="80"/>
                </a:cubicBezTo>
                <a:cubicBezTo>
                  <a:pt x="27" y="76"/>
                  <a:pt x="27" y="76"/>
                  <a:pt x="27" y="76"/>
                </a:cubicBezTo>
                <a:cubicBezTo>
                  <a:pt x="25" y="74"/>
                  <a:pt x="23" y="72"/>
                  <a:pt x="21" y="70"/>
                </a:cubicBezTo>
                <a:cubicBezTo>
                  <a:pt x="11" y="60"/>
                  <a:pt x="0" y="48"/>
                  <a:pt x="0" y="33"/>
                </a:cubicBezTo>
                <a:cubicBezTo>
                  <a:pt x="0" y="24"/>
                  <a:pt x="4" y="15"/>
                  <a:pt x="11" y="9"/>
                </a:cubicBezTo>
                <a:cubicBezTo>
                  <a:pt x="18" y="3"/>
                  <a:pt x="27" y="0"/>
                  <a:pt x="37" y="0"/>
                </a:cubicBezTo>
                <a:close/>
                <a:moveTo>
                  <a:pt x="45" y="86"/>
                </a:moveTo>
                <a:cubicBezTo>
                  <a:pt x="43" y="100"/>
                  <a:pt x="43" y="100"/>
                  <a:pt x="43" y="100"/>
                </a:cubicBezTo>
                <a:cubicBezTo>
                  <a:pt x="31" y="100"/>
                  <a:pt x="31" y="100"/>
                  <a:pt x="31" y="100"/>
                </a:cubicBezTo>
                <a:cubicBezTo>
                  <a:pt x="30" y="86"/>
                  <a:pt x="30" y="86"/>
                  <a:pt x="30" y="86"/>
                </a:cubicBezTo>
                <a:cubicBezTo>
                  <a:pt x="45" y="86"/>
                  <a:pt x="45" y="86"/>
                  <a:pt x="45" y="86"/>
                </a:cubicBezTo>
                <a:close/>
                <a:moveTo>
                  <a:pt x="37" y="74"/>
                </a:moveTo>
                <a:cubicBezTo>
                  <a:pt x="43" y="74"/>
                  <a:pt x="43" y="74"/>
                  <a:pt x="43" y="74"/>
                </a:cubicBezTo>
                <a:cubicBezTo>
                  <a:pt x="49" y="49"/>
                  <a:pt x="54" y="27"/>
                  <a:pt x="48" y="6"/>
                </a:cubicBezTo>
                <a:cubicBezTo>
                  <a:pt x="44" y="5"/>
                  <a:pt x="41" y="4"/>
                  <a:pt x="37" y="4"/>
                </a:cubicBezTo>
                <a:cubicBezTo>
                  <a:pt x="37" y="4"/>
                  <a:pt x="36" y="4"/>
                  <a:pt x="36" y="4"/>
                </a:cubicBezTo>
                <a:cubicBezTo>
                  <a:pt x="34" y="27"/>
                  <a:pt x="36" y="51"/>
                  <a:pt x="37" y="74"/>
                </a:cubicBezTo>
                <a:close/>
                <a:moveTo>
                  <a:pt x="17" y="10"/>
                </a:moveTo>
                <a:cubicBezTo>
                  <a:pt x="5" y="25"/>
                  <a:pt x="6" y="41"/>
                  <a:pt x="16" y="58"/>
                </a:cubicBezTo>
                <a:cubicBezTo>
                  <a:pt x="19" y="61"/>
                  <a:pt x="22" y="64"/>
                  <a:pt x="25" y="67"/>
                </a:cubicBezTo>
                <a:cubicBezTo>
                  <a:pt x="26" y="69"/>
                  <a:pt x="28" y="70"/>
                  <a:pt x="30" y="72"/>
                </a:cubicBezTo>
                <a:cubicBezTo>
                  <a:pt x="24" y="52"/>
                  <a:pt x="13" y="25"/>
                  <a:pt x="27" y="5"/>
                </a:cubicBezTo>
                <a:cubicBezTo>
                  <a:pt x="23" y="6"/>
                  <a:pt x="20" y="8"/>
                  <a:pt x="17" y="10"/>
                </a:cubicBezTo>
                <a:close/>
                <a:moveTo>
                  <a:pt x="60" y="13"/>
                </a:moveTo>
                <a:cubicBezTo>
                  <a:pt x="66" y="27"/>
                  <a:pt x="63" y="45"/>
                  <a:pt x="56" y="60"/>
                </a:cubicBezTo>
                <a:cubicBezTo>
                  <a:pt x="60" y="54"/>
                  <a:pt x="65" y="49"/>
                  <a:pt x="66" y="45"/>
                </a:cubicBezTo>
                <a:cubicBezTo>
                  <a:pt x="67" y="43"/>
                  <a:pt x="67" y="41"/>
                  <a:pt x="68" y="39"/>
                </a:cubicBezTo>
                <a:cubicBezTo>
                  <a:pt x="68" y="37"/>
                  <a:pt x="69" y="35"/>
                  <a:pt x="69" y="33"/>
                </a:cubicBezTo>
                <a:cubicBezTo>
                  <a:pt x="69" y="25"/>
                  <a:pt x="65" y="18"/>
                  <a:pt x="60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80296" tIns="40148" rIns="80296" bIns="40148"/>
          <a:lstStyle/>
          <a:p>
            <a:pPr>
              <a:defRPr/>
            </a:pPr>
            <a:endParaRPr lang="zh-CN" altLang="en-US" sz="1581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D14C4AE-4447-4C86-BF6D-8BC3EB1A322C}"/>
              </a:ext>
            </a:extLst>
          </p:cNvPr>
          <p:cNvSpPr/>
          <p:nvPr/>
        </p:nvSpPr>
        <p:spPr>
          <a:xfrm>
            <a:off x="3511425" y="4660976"/>
            <a:ext cx="7243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5</a:t>
            </a:r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</a:t>
            </a:r>
            <a:r>
              <a:rPr lang="zh-CN" altLang="en-US" sz="1400" b="1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注意用电安全</a:t>
            </a:r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。居住空间要常通风，勤换气，不私拉电线，不随意拆卸电器和改装线路，雷雨天气要拔掉电器插头和室外天线插头。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ED8822-2C7F-4A78-A532-1A05A8DD8382}"/>
              </a:ext>
            </a:extLst>
          </p:cNvPr>
          <p:cNvSpPr/>
          <p:nvPr/>
        </p:nvSpPr>
        <p:spPr>
          <a:xfrm>
            <a:off x="3511425" y="3923543"/>
            <a:ext cx="7243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4</a:t>
            </a:r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</a:t>
            </a:r>
            <a:r>
              <a:rPr lang="zh-CN" altLang="en-US" sz="1400" b="1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注意饮食卫生，严防食物中毒。</a:t>
            </a:r>
            <a:r>
              <a:rPr lang="zh-CN" altLang="en-US" sz="1400" dirty="0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不吃零食，不买变质食品，不吃变质饭菜、水果，不喝生冷水，过期饮料。</a:t>
            </a:r>
          </a:p>
        </p:txBody>
      </p:sp>
    </p:spTree>
    <p:extLst>
      <p:ext uri="{BB962C8B-B14F-4D97-AF65-F5344CB8AC3E}">
        <p14:creationId xmlns:p14="http://schemas.microsoft.com/office/powerpoint/2010/main" val="416974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0" grpId="0" animBg="1"/>
      <p:bldP spid="11" grpId="0" animBg="1"/>
      <p:bldP spid="12" grpId="0" animBg="1"/>
      <p:bldP spid="15" grpId="0"/>
      <p:bldP spid="16" grpId="0" animBg="1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90650" y="228992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三、生活习惯</a:t>
            </a:r>
          </a:p>
        </p:txBody>
      </p:sp>
      <p:sp>
        <p:nvSpPr>
          <p:cNvPr id="41" name="任意多边形 20">
            <a:extLst>
              <a:ext uri="{FF2B5EF4-FFF2-40B4-BE49-F238E27FC236}">
                <a16:creationId xmlns:a16="http://schemas.microsoft.com/office/drawing/2014/main" id="{95522018-7612-4547-976B-D400EFF4B41A}"/>
              </a:ext>
            </a:extLst>
          </p:cNvPr>
          <p:cNvSpPr/>
          <p:nvPr/>
        </p:nvSpPr>
        <p:spPr>
          <a:xfrm rot="8100000">
            <a:off x="1736553" y="3510415"/>
            <a:ext cx="618543" cy="618543"/>
          </a:xfrm>
          <a:custGeom>
            <a:avLst/>
            <a:gdLst>
              <a:gd name="connsiteX0" fmla="*/ 0 w 1712686"/>
              <a:gd name="connsiteY0" fmla="*/ 1712686 h 1712686"/>
              <a:gd name="connsiteX1" fmla="*/ 0 w 1712686"/>
              <a:gd name="connsiteY1" fmla="*/ 856343 h 1712686"/>
              <a:gd name="connsiteX2" fmla="*/ 856343 w 1712686"/>
              <a:gd name="connsiteY2" fmla="*/ 0 h 1712686"/>
              <a:gd name="connsiteX3" fmla="*/ 1712686 w 1712686"/>
              <a:gd name="connsiteY3" fmla="*/ 0 h 1712686"/>
              <a:gd name="connsiteX4" fmla="*/ 1712686 w 1712686"/>
              <a:gd name="connsiteY4" fmla="*/ 856343 h 1712686"/>
              <a:gd name="connsiteX5" fmla="*/ 856343 w 1712686"/>
              <a:gd name="connsiteY5" fmla="*/ 1712686 h 171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2686" h="1712686">
                <a:moveTo>
                  <a:pt x="0" y="1712686"/>
                </a:moveTo>
                <a:lnTo>
                  <a:pt x="0" y="856343"/>
                </a:lnTo>
                <a:cubicBezTo>
                  <a:pt x="0" y="383398"/>
                  <a:pt x="383398" y="0"/>
                  <a:pt x="856343" y="0"/>
                </a:cubicBezTo>
                <a:lnTo>
                  <a:pt x="1712686" y="0"/>
                </a:lnTo>
                <a:lnTo>
                  <a:pt x="1712686" y="856343"/>
                </a:lnTo>
                <a:cubicBezTo>
                  <a:pt x="1712686" y="1329288"/>
                  <a:pt x="1329288" y="1712686"/>
                  <a:pt x="856343" y="171268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CF30175F-E360-4050-95D2-C32F2ED67F71}"/>
              </a:ext>
            </a:extLst>
          </p:cNvPr>
          <p:cNvGrpSpPr/>
          <p:nvPr/>
        </p:nvGrpSpPr>
        <p:grpSpPr>
          <a:xfrm>
            <a:off x="1948850" y="3716127"/>
            <a:ext cx="193950" cy="207119"/>
            <a:chOff x="2743201" y="3687763"/>
            <a:chExt cx="257175" cy="274637"/>
          </a:xfrm>
          <a:solidFill>
            <a:schemeClr val="bg1"/>
          </a:solidFill>
        </p:grpSpPr>
        <p:sp>
          <p:nvSpPr>
            <p:cNvPr id="43" name="Freeform 332">
              <a:extLst>
                <a:ext uri="{FF2B5EF4-FFF2-40B4-BE49-F238E27FC236}">
                  <a16:creationId xmlns:a16="http://schemas.microsoft.com/office/drawing/2014/main" id="{321AFC90-B6D2-4B7B-83E1-1B9C87C76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201" y="3687763"/>
              <a:ext cx="60325" cy="53975"/>
            </a:xfrm>
            <a:custGeom>
              <a:avLst/>
              <a:gdLst>
                <a:gd name="T0" fmla="*/ 51 w 64"/>
                <a:gd name="T1" fmla="*/ 0 h 57"/>
                <a:gd name="T2" fmla="*/ 13 w 64"/>
                <a:gd name="T3" fmla="*/ 0 h 57"/>
                <a:gd name="T4" fmla="*/ 0 w 64"/>
                <a:gd name="T5" fmla="*/ 13 h 57"/>
                <a:gd name="T6" fmla="*/ 0 w 64"/>
                <a:gd name="T7" fmla="*/ 44 h 57"/>
                <a:gd name="T8" fmla="*/ 13 w 64"/>
                <a:gd name="T9" fmla="*/ 57 h 57"/>
                <a:gd name="T10" fmla="*/ 51 w 64"/>
                <a:gd name="T11" fmla="*/ 57 h 57"/>
                <a:gd name="T12" fmla="*/ 64 w 64"/>
                <a:gd name="T13" fmla="*/ 44 h 57"/>
                <a:gd name="T14" fmla="*/ 64 w 64"/>
                <a:gd name="T15" fmla="*/ 13 h 57"/>
                <a:gd name="T16" fmla="*/ 51 w 64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7">
                  <a:moveTo>
                    <a:pt x="5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6" y="57"/>
                    <a:pt x="13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8" y="57"/>
                    <a:pt x="64" y="52"/>
                    <a:pt x="64" y="44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4" y="6"/>
                    <a:pt x="58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4" name="Freeform 333">
              <a:extLst>
                <a:ext uri="{FF2B5EF4-FFF2-40B4-BE49-F238E27FC236}">
                  <a16:creationId xmlns:a16="http://schemas.microsoft.com/office/drawing/2014/main" id="{5BD61118-B849-4499-952F-0738FED0B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6" y="3687763"/>
              <a:ext cx="60325" cy="53975"/>
            </a:xfrm>
            <a:custGeom>
              <a:avLst/>
              <a:gdLst>
                <a:gd name="T0" fmla="*/ 51 w 64"/>
                <a:gd name="T1" fmla="*/ 0 h 57"/>
                <a:gd name="T2" fmla="*/ 13 w 64"/>
                <a:gd name="T3" fmla="*/ 0 h 57"/>
                <a:gd name="T4" fmla="*/ 0 w 64"/>
                <a:gd name="T5" fmla="*/ 13 h 57"/>
                <a:gd name="T6" fmla="*/ 0 w 64"/>
                <a:gd name="T7" fmla="*/ 44 h 57"/>
                <a:gd name="T8" fmla="*/ 13 w 64"/>
                <a:gd name="T9" fmla="*/ 57 h 57"/>
                <a:gd name="T10" fmla="*/ 51 w 64"/>
                <a:gd name="T11" fmla="*/ 57 h 57"/>
                <a:gd name="T12" fmla="*/ 64 w 64"/>
                <a:gd name="T13" fmla="*/ 44 h 57"/>
                <a:gd name="T14" fmla="*/ 64 w 64"/>
                <a:gd name="T15" fmla="*/ 13 h 57"/>
                <a:gd name="T16" fmla="*/ 51 w 64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7">
                  <a:moveTo>
                    <a:pt x="5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6" y="57"/>
                    <a:pt x="13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8" y="57"/>
                    <a:pt x="64" y="52"/>
                    <a:pt x="64" y="44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4" y="6"/>
                    <a:pt x="58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5" name="Freeform 334">
              <a:extLst>
                <a:ext uri="{FF2B5EF4-FFF2-40B4-BE49-F238E27FC236}">
                  <a16:creationId xmlns:a16="http://schemas.microsoft.com/office/drawing/2014/main" id="{A59AEDE6-21C3-4F52-8F94-1E4F9A37A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051" y="3687763"/>
              <a:ext cx="60325" cy="53975"/>
            </a:xfrm>
            <a:custGeom>
              <a:avLst/>
              <a:gdLst>
                <a:gd name="T0" fmla="*/ 50 w 63"/>
                <a:gd name="T1" fmla="*/ 0 h 57"/>
                <a:gd name="T2" fmla="*/ 13 w 63"/>
                <a:gd name="T3" fmla="*/ 0 h 57"/>
                <a:gd name="T4" fmla="*/ 0 w 63"/>
                <a:gd name="T5" fmla="*/ 13 h 57"/>
                <a:gd name="T6" fmla="*/ 0 w 63"/>
                <a:gd name="T7" fmla="*/ 44 h 57"/>
                <a:gd name="T8" fmla="*/ 13 w 63"/>
                <a:gd name="T9" fmla="*/ 57 h 57"/>
                <a:gd name="T10" fmla="*/ 50 w 63"/>
                <a:gd name="T11" fmla="*/ 57 h 57"/>
                <a:gd name="T12" fmla="*/ 63 w 63"/>
                <a:gd name="T13" fmla="*/ 44 h 57"/>
                <a:gd name="T14" fmla="*/ 63 w 63"/>
                <a:gd name="T15" fmla="*/ 13 h 57"/>
                <a:gd name="T16" fmla="*/ 50 w 63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57">
                  <a:moveTo>
                    <a:pt x="5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6" y="57"/>
                    <a:pt x="13" y="57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8" y="57"/>
                    <a:pt x="63" y="52"/>
                    <a:pt x="63" y="44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6"/>
                    <a:pt x="58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6" name="Freeform 335">
              <a:extLst>
                <a:ext uri="{FF2B5EF4-FFF2-40B4-BE49-F238E27FC236}">
                  <a16:creationId xmlns:a16="http://schemas.microsoft.com/office/drawing/2014/main" id="{5A3A9237-C874-48F0-AFC8-DF1CF1AAF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201" y="3797300"/>
              <a:ext cx="60325" cy="53975"/>
            </a:xfrm>
            <a:custGeom>
              <a:avLst/>
              <a:gdLst>
                <a:gd name="T0" fmla="*/ 51 w 64"/>
                <a:gd name="T1" fmla="*/ 0 h 57"/>
                <a:gd name="T2" fmla="*/ 13 w 64"/>
                <a:gd name="T3" fmla="*/ 0 h 57"/>
                <a:gd name="T4" fmla="*/ 0 w 64"/>
                <a:gd name="T5" fmla="*/ 13 h 57"/>
                <a:gd name="T6" fmla="*/ 0 w 64"/>
                <a:gd name="T7" fmla="*/ 44 h 57"/>
                <a:gd name="T8" fmla="*/ 13 w 64"/>
                <a:gd name="T9" fmla="*/ 57 h 57"/>
                <a:gd name="T10" fmla="*/ 51 w 64"/>
                <a:gd name="T11" fmla="*/ 57 h 57"/>
                <a:gd name="T12" fmla="*/ 64 w 64"/>
                <a:gd name="T13" fmla="*/ 44 h 57"/>
                <a:gd name="T14" fmla="*/ 64 w 64"/>
                <a:gd name="T15" fmla="*/ 13 h 57"/>
                <a:gd name="T16" fmla="*/ 51 w 64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7">
                  <a:moveTo>
                    <a:pt x="5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6" y="57"/>
                    <a:pt x="13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8" y="57"/>
                    <a:pt x="64" y="52"/>
                    <a:pt x="64" y="44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4" y="6"/>
                    <a:pt x="58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7" name="Freeform 336">
              <a:extLst>
                <a:ext uri="{FF2B5EF4-FFF2-40B4-BE49-F238E27FC236}">
                  <a16:creationId xmlns:a16="http://schemas.microsoft.com/office/drawing/2014/main" id="{9FED914A-F081-4296-945A-7243212D6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6" y="3797300"/>
              <a:ext cx="60325" cy="53975"/>
            </a:xfrm>
            <a:custGeom>
              <a:avLst/>
              <a:gdLst>
                <a:gd name="T0" fmla="*/ 51 w 64"/>
                <a:gd name="T1" fmla="*/ 0 h 57"/>
                <a:gd name="T2" fmla="*/ 13 w 64"/>
                <a:gd name="T3" fmla="*/ 0 h 57"/>
                <a:gd name="T4" fmla="*/ 0 w 64"/>
                <a:gd name="T5" fmla="*/ 13 h 57"/>
                <a:gd name="T6" fmla="*/ 0 w 64"/>
                <a:gd name="T7" fmla="*/ 44 h 57"/>
                <a:gd name="T8" fmla="*/ 13 w 64"/>
                <a:gd name="T9" fmla="*/ 57 h 57"/>
                <a:gd name="T10" fmla="*/ 51 w 64"/>
                <a:gd name="T11" fmla="*/ 57 h 57"/>
                <a:gd name="T12" fmla="*/ 64 w 64"/>
                <a:gd name="T13" fmla="*/ 44 h 57"/>
                <a:gd name="T14" fmla="*/ 64 w 64"/>
                <a:gd name="T15" fmla="*/ 13 h 57"/>
                <a:gd name="T16" fmla="*/ 51 w 64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7">
                  <a:moveTo>
                    <a:pt x="5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6" y="57"/>
                    <a:pt x="13" y="57"/>
                  </a:cubicBezTo>
                  <a:cubicBezTo>
                    <a:pt x="51" y="57"/>
                    <a:pt x="51" y="57"/>
                    <a:pt x="51" y="57"/>
                  </a:cubicBezTo>
                  <a:cubicBezTo>
                    <a:pt x="58" y="57"/>
                    <a:pt x="64" y="52"/>
                    <a:pt x="64" y="44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4" y="6"/>
                    <a:pt x="58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8" name="Freeform 337">
              <a:extLst>
                <a:ext uri="{FF2B5EF4-FFF2-40B4-BE49-F238E27FC236}">
                  <a16:creationId xmlns:a16="http://schemas.microsoft.com/office/drawing/2014/main" id="{2475B887-9AA0-4376-B661-ECD3A7E52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051" y="3797300"/>
              <a:ext cx="60325" cy="53975"/>
            </a:xfrm>
            <a:custGeom>
              <a:avLst/>
              <a:gdLst>
                <a:gd name="T0" fmla="*/ 50 w 63"/>
                <a:gd name="T1" fmla="*/ 0 h 57"/>
                <a:gd name="T2" fmla="*/ 13 w 63"/>
                <a:gd name="T3" fmla="*/ 0 h 57"/>
                <a:gd name="T4" fmla="*/ 0 w 63"/>
                <a:gd name="T5" fmla="*/ 13 h 57"/>
                <a:gd name="T6" fmla="*/ 0 w 63"/>
                <a:gd name="T7" fmla="*/ 44 h 57"/>
                <a:gd name="T8" fmla="*/ 13 w 63"/>
                <a:gd name="T9" fmla="*/ 57 h 57"/>
                <a:gd name="T10" fmla="*/ 50 w 63"/>
                <a:gd name="T11" fmla="*/ 57 h 57"/>
                <a:gd name="T12" fmla="*/ 63 w 63"/>
                <a:gd name="T13" fmla="*/ 44 h 57"/>
                <a:gd name="T14" fmla="*/ 63 w 63"/>
                <a:gd name="T15" fmla="*/ 13 h 57"/>
                <a:gd name="T16" fmla="*/ 50 w 63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57">
                  <a:moveTo>
                    <a:pt x="5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52"/>
                    <a:pt x="6" y="57"/>
                    <a:pt x="13" y="57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8" y="57"/>
                    <a:pt x="63" y="52"/>
                    <a:pt x="63" y="44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6"/>
                    <a:pt x="58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9" name="Freeform 338">
              <a:extLst>
                <a:ext uri="{FF2B5EF4-FFF2-40B4-BE49-F238E27FC236}">
                  <a16:creationId xmlns:a16="http://schemas.microsoft.com/office/drawing/2014/main" id="{C7204695-27DD-41A0-9288-4E1471A41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201" y="3906838"/>
              <a:ext cx="60325" cy="55562"/>
            </a:xfrm>
            <a:custGeom>
              <a:avLst/>
              <a:gdLst>
                <a:gd name="T0" fmla="*/ 51 w 64"/>
                <a:gd name="T1" fmla="*/ 0 h 58"/>
                <a:gd name="T2" fmla="*/ 13 w 64"/>
                <a:gd name="T3" fmla="*/ 0 h 58"/>
                <a:gd name="T4" fmla="*/ 0 w 64"/>
                <a:gd name="T5" fmla="*/ 13 h 58"/>
                <a:gd name="T6" fmla="*/ 0 w 64"/>
                <a:gd name="T7" fmla="*/ 45 h 58"/>
                <a:gd name="T8" fmla="*/ 13 w 64"/>
                <a:gd name="T9" fmla="*/ 58 h 58"/>
                <a:gd name="T10" fmla="*/ 51 w 64"/>
                <a:gd name="T11" fmla="*/ 58 h 58"/>
                <a:gd name="T12" fmla="*/ 64 w 64"/>
                <a:gd name="T13" fmla="*/ 45 h 58"/>
                <a:gd name="T14" fmla="*/ 64 w 64"/>
                <a:gd name="T15" fmla="*/ 13 h 58"/>
                <a:gd name="T16" fmla="*/ 51 w 64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8">
                  <a:moveTo>
                    <a:pt x="5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52"/>
                    <a:pt x="6" y="58"/>
                    <a:pt x="13" y="58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8" y="58"/>
                    <a:pt x="64" y="52"/>
                    <a:pt x="64" y="45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4" y="6"/>
                    <a:pt x="58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50" name="Freeform 339">
              <a:extLst>
                <a:ext uri="{FF2B5EF4-FFF2-40B4-BE49-F238E27FC236}">
                  <a16:creationId xmlns:a16="http://schemas.microsoft.com/office/drawing/2014/main" id="{4ED484B9-E3FD-482F-87F2-09CAB6BB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626" y="3906838"/>
              <a:ext cx="60325" cy="55562"/>
            </a:xfrm>
            <a:custGeom>
              <a:avLst/>
              <a:gdLst>
                <a:gd name="T0" fmla="*/ 51 w 64"/>
                <a:gd name="T1" fmla="*/ 0 h 58"/>
                <a:gd name="T2" fmla="*/ 13 w 64"/>
                <a:gd name="T3" fmla="*/ 0 h 58"/>
                <a:gd name="T4" fmla="*/ 0 w 64"/>
                <a:gd name="T5" fmla="*/ 13 h 58"/>
                <a:gd name="T6" fmla="*/ 0 w 64"/>
                <a:gd name="T7" fmla="*/ 45 h 58"/>
                <a:gd name="T8" fmla="*/ 13 w 64"/>
                <a:gd name="T9" fmla="*/ 58 h 58"/>
                <a:gd name="T10" fmla="*/ 51 w 64"/>
                <a:gd name="T11" fmla="*/ 58 h 58"/>
                <a:gd name="T12" fmla="*/ 64 w 64"/>
                <a:gd name="T13" fmla="*/ 45 h 58"/>
                <a:gd name="T14" fmla="*/ 64 w 64"/>
                <a:gd name="T15" fmla="*/ 13 h 58"/>
                <a:gd name="T16" fmla="*/ 51 w 64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8">
                  <a:moveTo>
                    <a:pt x="51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52"/>
                    <a:pt x="6" y="58"/>
                    <a:pt x="13" y="58"/>
                  </a:cubicBezTo>
                  <a:cubicBezTo>
                    <a:pt x="51" y="58"/>
                    <a:pt x="51" y="58"/>
                    <a:pt x="51" y="58"/>
                  </a:cubicBezTo>
                  <a:cubicBezTo>
                    <a:pt x="58" y="58"/>
                    <a:pt x="64" y="52"/>
                    <a:pt x="64" y="45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4" y="6"/>
                    <a:pt x="58" y="0"/>
                    <a:pt x="5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51" name="Freeform 340">
              <a:extLst>
                <a:ext uri="{FF2B5EF4-FFF2-40B4-BE49-F238E27FC236}">
                  <a16:creationId xmlns:a16="http://schemas.microsoft.com/office/drawing/2014/main" id="{420FC7B2-6070-4E68-A780-67BAE7700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051" y="3906838"/>
              <a:ext cx="60325" cy="55562"/>
            </a:xfrm>
            <a:custGeom>
              <a:avLst/>
              <a:gdLst>
                <a:gd name="T0" fmla="*/ 50 w 63"/>
                <a:gd name="T1" fmla="*/ 0 h 58"/>
                <a:gd name="T2" fmla="*/ 13 w 63"/>
                <a:gd name="T3" fmla="*/ 0 h 58"/>
                <a:gd name="T4" fmla="*/ 0 w 63"/>
                <a:gd name="T5" fmla="*/ 13 h 58"/>
                <a:gd name="T6" fmla="*/ 0 w 63"/>
                <a:gd name="T7" fmla="*/ 45 h 58"/>
                <a:gd name="T8" fmla="*/ 13 w 63"/>
                <a:gd name="T9" fmla="*/ 58 h 58"/>
                <a:gd name="T10" fmla="*/ 50 w 63"/>
                <a:gd name="T11" fmla="*/ 58 h 58"/>
                <a:gd name="T12" fmla="*/ 63 w 63"/>
                <a:gd name="T13" fmla="*/ 45 h 58"/>
                <a:gd name="T14" fmla="*/ 63 w 63"/>
                <a:gd name="T15" fmla="*/ 13 h 58"/>
                <a:gd name="T16" fmla="*/ 50 w 63"/>
                <a:gd name="T17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58">
                  <a:moveTo>
                    <a:pt x="5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52"/>
                    <a:pt x="6" y="58"/>
                    <a:pt x="13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8" y="58"/>
                    <a:pt x="63" y="52"/>
                    <a:pt x="63" y="45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6"/>
                    <a:pt x="58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4" name="任意多边形 13">
            <a:extLst>
              <a:ext uri="{FF2B5EF4-FFF2-40B4-BE49-F238E27FC236}">
                <a16:creationId xmlns:a16="http://schemas.microsoft.com/office/drawing/2014/main" id="{C1D523F2-00CB-4A81-8EEC-D4CBD67A99E7}"/>
              </a:ext>
            </a:extLst>
          </p:cNvPr>
          <p:cNvSpPr/>
          <p:nvPr/>
        </p:nvSpPr>
        <p:spPr>
          <a:xfrm rot="2700000">
            <a:off x="2218918" y="3982185"/>
            <a:ext cx="618543" cy="618543"/>
          </a:xfrm>
          <a:custGeom>
            <a:avLst/>
            <a:gdLst>
              <a:gd name="connsiteX0" fmla="*/ 0 w 1712686"/>
              <a:gd name="connsiteY0" fmla="*/ 1712686 h 1712686"/>
              <a:gd name="connsiteX1" fmla="*/ 0 w 1712686"/>
              <a:gd name="connsiteY1" fmla="*/ 856343 h 1712686"/>
              <a:gd name="connsiteX2" fmla="*/ 856343 w 1712686"/>
              <a:gd name="connsiteY2" fmla="*/ 0 h 1712686"/>
              <a:gd name="connsiteX3" fmla="*/ 1712686 w 1712686"/>
              <a:gd name="connsiteY3" fmla="*/ 0 h 1712686"/>
              <a:gd name="connsiteX4" fmla="*/ 1712686 w 1712686"/>
              <a:gd name="connsiteY4" fmla="*/ 856343 h 1712686"/>
              <a:gd name="connsiteX5" fmla="*/ 856343 w 1712686"/>
              <a:gd name="connsiteY5" fmla="*/ 1712686 h 171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2686" h="1712686">
                <a:moveTo>
                  <a:pt x="0" y="1712686"/>
                </a:moveTo>
                <a:lnTo>
                  <a:pt x="0" y="856343"/>
                </a:lnTo>
                <a:cubicBezTo>
                  <a:pt x="0" y="383398"/>
                  <a:pt x="383398" y="0"/>
                  <a:pt x="856343" y="0"/>
                </a:cubicBezTo>
                <a:lnTo>
                  <a:pt x="1712686" y="0"/>
                </a:lnTo>
                <a:lnTo>
                  <a:pt x="1712686" y="856343"/>
                </a:lnTo>
                <a:cubicBezTo>
                  <a:pt x="1712686" y="1329288"/>
                  <a:pt x="1329288" y="1712686"/>
                  <a:pt x="856343" y="171268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7C5D094-2414-475E-AD72-4381D4B26274}"/>
              </a:ext>
            </a:extLst>
          </p:cNvPr>
          <p:cNvGrpSpPr/>
          <p:nvPr/>
        </p:nvGrpSpPr>
        <p:grpSpPr>
          <a:xfrm>
            <a:off x="2414138" y="4178100"/>
            <a:ext cx="228103" cy="226712"/>
            <a:chOff x="1854201" y="4592639"/>
            <a:chExt cx="260350" cy="258763"/>
          </a:xfrm>
          <a:solidFill>
            <a:schemeClr val="bg1"/>
          </a:solidFill>
        </p:grpSpPr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B04E43FF-5C6F-44FD-A1CF-DD422106D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4201" y="4610101"/>
              <a:ext cx="152400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D3766EFB-AC36-4E60-9879-031EB185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4201" y="4672014"/>
              <a:ext cx="15240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DAE6CF55-D7E0-4352-B7A4-6F1581D39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1" y="4733926"/>
              <a:ext cx="152400" cy="28575"/>
            </a:xfrm>
            <a:custGeom>
              <a:avLst/>
              <a:gdLst>
                <a:gd name="T0" fmla="*/ 169 w 169"/>
                <a:gd name="T1" fmla="*/ 0 h 32"/>
                <a:gd name="T2" fmla="*/ 0 w 169"/>
                <a:gd name="T3" fmla="*/ 0 h 32"/>
                <a:gd name="T4" fmla="*/ 0 w 169"/>
                <a:gd name="T5" fmla="*/ 32 h 32"/>
                <a:gd name="T6" fmla="*/ 130 w 169"/>
                <a:gd name="T7" fmla="*/ 32 h 32"/>
                <a:gd name="T8" fmla="*/ 169 w 169"/>
                <a:gd name="T9" fmla="*/ 18 h 32"/>
                <a:gd name="T10" fmla="*/ 169 w 169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" h="32">
                  <a:moveTo>
                    <a:pt x="16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30" y="32"/>
                    <a:pt x="130" y="32"/>
                    <a:pt x="130" y="32"/>
                  </a:cubicBezTo>
                  <a:cubicBezTo>
                    <a:pt x="141" y="25"/>
                    <a:pt x="155" y="20"/>
                    <a:pt x="169" y="18"/>
                  </a:cubicBezTo>
                  <a:lnTo>
                    <a:pt x="16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3A43D924-16EE-4653-B996-B36ED501A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1" y="4794251"/>
              <a:ext cx="92075" cy="28575"/>
            </a:xfrm>
            <a:custGeom>
              <a:avLst/>
              <a:gdLst>
                <a:gd name="T0" fmla="*/ 103 w 103"/>
                <a:gd name="T1" fmla="*/ 0 h 32"/>
                <a:gd name="T2" fmla="*/ 0 w 103"/>
                <a:gd name="T3" fmla="*/ 0 h 32"/>
                <a:gd name="T4" fmla="*/ 0 w 103"/>
                <a:gd name="T5" fmla="*/ 32 h 32"/>
                <a:gd name="T6" fmla="*/ 102 w 103"/>
                <a:gd name="T7" fmla="*/ 32 h 32"/>
                <a:gd name="T8" fmla="*/ 100 w 103"/>
                <a:gd name="T9" fmla="*/ 18 h 32"/>
                <a:gd name="T10" fmla="*/ 103 w 103"/>
                <a:gd name="T1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" h="32">
                  <a:moveTo>
                    <a:pt x="10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02" y="32"/>
                    <a:pt x="102" y="32"/>
                    <a:pt x="102" y="32"/>
                  </a:cubicBezTo>
                  <a:cubicBezTo>
                    <a:pt x="101" y="28"/>
                    <a:pt x="100" y="23"/>
                    <a:pt x="100" y="18"/>
                  </a:cubicBezTo>
                  <a:cubicBezTo>
                    <a:pt x="100" y="12"/>
                    <a:pt x="101" y="6"/>
                    <a:pt x="10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A7527117-16C0-46A5-AC32-AAF674676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326" y="4592639"/>
              <a:ext cx="149225" cy="258763"/>
            </a:xfrm>
            <a:custGeom>
              <a:avLst/>
              <a:gdLst>
                <a:gd name="T0" fmla="*/ 81 w 165"/>
                <a:gd name="T1" fmla="*/ 19 h 287"/>
                <a:gd name="T2" fmla="*/ 81 w 165"/>
                <a:gd name="T3" fmla="*/ 202 h 287"/>
                <a:gd name="T4" fmla="*/ 56 w 165"/>
                <a:gd name="T5" fmla="*/ 197 h 287"/>
                <a:gd name="T6" fmla="*/ 0 w 165"/>
                <a:gd name="T7" fmla="*/ 242 h 287"/>
                <a:gd name="T8" fmla="*/ 56 w 165"/>
                <a:gd name="T9" fmla="*/ 287 h 287"/>
                <a:gd name="T10" fmla="*/ 112 w 165"/>
                <a:gd name="T11" fmla="*/ 243 h 287"/>
                <a:gd name="T12" fmla="*/ 112 w 165"/>
                <a:gd name="T13" fmla="*/ 243 h 287"/>
                <a:gd name="T14" fmla="*/ 112 w 165"/>
                <a:gd name="T15" fmla="*/ 72 h 287"/>
                <a:gd name="T16" fmla="*/ 165 w 165"/>
                <a:gd name="T17" fmla="*/ 59 h 287"/>
                <a:gd name="T18" fmla="*/ 165 w 165"/>
                <a:gd name="T19" fmla="*/ 0 h 287"/>
                <a:gd name="T20" fmla="*/ 82 w 165"/>
                <a:gd name="T21" fmla="*/ 19 h 287"/>
                <a:gd name="T22" fmla="*/ 81 w 165"/>
                <a:gd name="T23" fmla="*/ 19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5" h="287">
                  <a:moveTo>
                    <a:pt x="81" y="19"/>
                  </a:moveTo>
                  <a:cubicBezTo>
                    <a:pt x="81" y="202"/>
                    <a:pt x="81" y="202"/>
                    <a:pt x="81" y="202"/>
                  </a:cubicBezTo>
                  <a:cubicBezTo>
                    <a:pt x="73" y="199"/>
                    <a:pt x="65" y="197"/>
                    <a:pt x="56" y="197"/>
                  </a:cubicBezTo>
                  <a:cubicBezTo>
                    <a:pt x="25" y="197"/>
                    <a:pt x="0" y="217"/>
                    <a:pt x="0" y="242"/>
                  </a:cubicBezTo>
                  <a:cubicBezTo>
                    <a:pt x="0" y="267"/>
                    <a:pt x="25" y="287"/>
                    <a:pt x="56" y="287"/>
                  </a:cubicBezTo>
                  <a:cubicBezTo>
                    <a:pt x="87" y="287"/>
                    <a:pt x="112" y="267"/>
                    <a:pt x="112" y="243"/>
                  </a:cubicBezTo>
                  <a:cubicBezTo>
                    <a:pt x="112" y="243"/>
                    <a:pt x="112" y="243"/>
                    <a:pt x="112" y="243"/>
                  </a:cubicBezTo>
                  <a:cubicBezTo>
                    <a:pt x="112" y="72"/>
                    <a:pt x="112" y="72"/>
                    <a:pt x="112" y="72"/>
                  </a:cubicBezTo>
                  <a:cubicBezTo>
                    <a:pt x="165" y="59"/>
                    <a:pt x="165" y="59"/>
                    <a:pt x="165" y="59"/>
                  </a:cubicBezTo>
                  <a:cubicBezTo>
                    <a:pt x="165" y="0"/>
                    <a:pt x="165" y="0"/>
                    <a:pt x="165" y="0"/>
                  </a:cubicBezTo>
                  <a:cubicBezTo>
                    <a:pt x="82" y="19"/>
                    <a:pt x="82" y="19"/>
                    <a:pt x="82" y="19"/>
                  </a:cubicBezTo>
                  <a:lnTo>
                    <a:pt x="81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2" name="任意多边形 11">
            <a:extLst>
              <a:ext uri="{FF2B5EF4-FFF2-40B4-BE49-F238E27FC236}">
                <a16:creationId xmlns:a16="http://schemas.microsoft.com/office/drawing/2014/main" id="{C629E13B-2A66-4E47-8B7E-92781C18B8A6}"/>
              </a:ext>
            </a:extLst>
          </p:cNvPr>
          <p:cNvSpPr/>
          <p:nvPr/>
        </p:nvSpPr>
        <p:spPr>
          <a:xfrm rot="2700000">
            <a:off x="1259542" y="3982185"/>
            <a:ext cx="618543" cy="618543"/>
          </a:xfrm>
          <a:custGeom>
            <a:avLst/>
            <a:gdLst>
              <a:gd name="connsiteX0" fmla="*/ 0 w 1712686"/>
              <a:gd name="connsiteY0" fmla="*/ 1712686 h 1712686"/>
              <a:gd name="connsiteX1" fmla="*/ 0 w 1712686"/>
              <a:gd name="connsiteY1" fmla="*/ 856343 h 1712686"/>
              <a:gd name="connsiteX2" fmla="*/ 856343 w 1712686"/>
              <a:gd name="connsiteY2" fmla="*/ 0 h 1712686"/>
              <a:gd name="connsiteX3" fmla="*/ 1712686 w 1712686"/>
              <a:gd name="connsiteY3" fmla="*/ 0 h 1712686"/>
              <a:gd name="connsiteX4" fmla="*/ 1712686 w 1712686"/>
              <a:gd name="connsiteY4" fmla="*/ 856343 h 1712686"/>
              <a:gd name="connsiteX5" fmla="*/ 856343 w 1712686"/>
              <a:gd name="connsiteY5" fmla="*/ 1712686 h 171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2686" h="1712686">
                <a:moveTo>
                  <a:pt x="0" y="1712686"/>
                </a:moveTo>
                <a:lnTo>
                  <a:pt x="0" y="856343"/>
                </a:lnTo>
                <a:cubicBezTo>
                  <a:pt x="0" y="383398"/>
                  <a:pt x="383398" y="0"/>
                  <a:pt x="856343" y="0"/>
                </a:cubicBezTo>
                <a:lnTo>
                  <a:pt x="1712686" y="0"/>
                </a:lnTo>
                <a:lnTo>
                  <a:pt x="1712686" y="856343"/>
                </a:lnTo>
                <a:cubicBezTo>
                  <a:pt x="1712686" y="1329288"/>
                  <a:pt x="1329288" y="1712686"/>
                  <a:pt x="856343" y="171268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3" name="Freeform 122">
            <a:extLst>
              <a:ext uri="{FF2B5EF4-FFF2-40B4-BE49-F238E27FC236}">
                <a16:creationId xmlns:a16="http://schemas.microsoft.com/office/drawing/2014/main" id="{031D30FC-34C0-4A7A-A7AB-7E693C8FFABD}"/>
              </a:ext>
            </a:extLst>
          </p:cNvPr>
          <p:cNvSpPr>
            <a:spLocks/>
          </p:cNvSpPr>
          <p:nvPr/>
        </p:nvSpPr>
        <p:spPr bwMode="auto">
          <a:xfrm>
            <a:off x="1451358" y="4196949"/>
            <a:ext cx="234912" cy="234912"/>
          </a:xfrm>
          <a:custGeom>
            <a:avLst/>
            <a:gdLst>
              <a:gd name="T0" fmla="*/ 268 w 290"/>
              <a:gd name="T1" fmla="*/ 181 h 290"/>
              <a:gd name="T2" fmla="*/ 217 w 290"/>
              <a:gd name="T3" fmla="*/ 186 h 290"/>
              <a:gd name="T4" fmla="*/ 159 w 290"/>
              <a:gd name="T5" fmla="*/ 127 h 290"/>
              <a:gd name="T6" fmla="*/ 287 w 290"/>
              <a:gd name="T7" fmla="*/ 50 h 290"/>
              <a:gd name="T8" fmla="*/ 265 w 290"/>
              <a:gd name="T9" fmla="*/ 28 h 290"/>
              <a:gd name="T10" fmla="*/ 101 w 290"/>
              <a:gd name="T11" fmla="*/ 70 h 290"/>
              <a:gd name="T12" fmla="*/ 41 w 290"/>
              <a:gd name="T13" fmla="*/ 9 h 290"/>
              <a:gd name="T14" fmla="*/ 9 w 290"/>
              <a:gd name="T15" fmla="*/ 9 h 290"/>
              <a:gd name="T16" fmla="*/ 9 w 290"/>
              <a:gd name="T17" fmla="*/ 41 h 290"/>
              <a:gd name="T18" fmla="*/ 70 w 290"/>
              <a:gd name="T19" fmla="*/ 101 h 290"/>
              <a:gd name="T20" fmla="*/ 28 w 290"/>
              <a:gd name="T21" fmla="*/ 265 h 290"/>
              <a:gd name="T22" fmla="*/ 50 w 290"/>
              <a:gd name="T23" fmla="*/ 287 h 290"/>
              <a:gd name="T24" fmla="*/ 127 w 290"/>
              <a:gd name="T25" fmla="*/ 159 h 290"/>
              <a:gd name="T26" fmla="*/ 185 w 290"/>
              <a:gd name="T27" fmla="*/ 217 h 290"/>
              <a:gd name="T28" fmla="*/ 181 w 290"/>
              <a:gd name="T29" fmla="*/ 269 h 290"/>
              <a:gd name="T30" fmla="*/ 203 w 290"/>
              <a:gd name="T31" fmla="*/ 290 h 290"/>
              <a:gd name="T32" fmla="*/ 234 w 290"/>
              <a:gd name="T33" fmla="*/ 234 h 290"/>
              <a:gd name="T34" fmla="*/ 290 w 290"/>
              <a:gd name="T35" fmla="*/ 203 h 290"/>
              <a:gd name="T36" fmla="*/ 268 w 290"/>
              <a:gd name="T37" fmla="*/ 181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90" h="290">
                <a:moveTo>
                  <a:pt x="268" y="181"/>
                </a:moveTo>
                <a:cubicBezTo>
                  <a:pt x="217" y="186"/>
                  <a:pt x="217" y="186"/>
                  <a:pt x="217" y="186"/>
                </a:cubicBezTo>
                <a:cubicBezTo>
                  <a:pt x="159" y="127"/>
                  <a:pt x="159" y="127"/>
                  <a:pt x="159" y="127"/>
                </a:cubicBezTo>
                <a:cubicBezTo>
                  <a:pt x="287" y="50"/>
                  <a:pt x="287" y="50"/>
                  <a:pt x="287" y="50"/>
                </a:cubicBezTo>
                <a:cubicBezTo>
                  <a:pt x="265" y="28"/>
                  <a:pt x="265" y="28"/>
                  <a:pt x="265" y="28"/>
                </a:cubicBezTo>
                <a:cubicBezTo>
                  <a:pt x="101" y="70"/>
                  <a:pt x="101" y="70"/>
                  <a:pt x="101" y="70"/>
                </a:cubicBezTo>
                <a:cubicBezTo>
                  <a:pt x="41" y="9"/>
                  <a:pt x="41" y="9"/>
                  <a:pt x="41" y="9"/>
                </a:cubicBezTo>
                <a:cubicBezTo>
                  <a:pt x="32" y="0"/>
                  <a:pt x="18" y="0"/>
                  <a:pt x="9" y="9"/>
                </a:cubicBezTo>
                <a:cubicBezTo>
                  <a:pt x="0" y="18"/>
                  <a:pt x="0" y="32"/>
                  <a:pt x="9" y="41"/>
                </a:cubicBezTo>
                <a:cubicBezTo>
                  <a:pt x="70" y="101"/>
                  <a:pt x="70" y="101"/>
                  <a:pt x="70" y="101"/>
                </a:cubicBezTo>
                <a:cubicBezTo>
                  <a:pt x="28" y="265"/>
                  <a:pt x="28" y="265"/>
                  <a:pt x="28" y="265"/>
                </a:cubicBezTo>
                <a:cubicBezTo>
                  <a:pt x="50" y="287"/>
                  <a:pt x="50" y="287"/>
                  <a:pt x="50" y="287"/>
                </a:cubicBezTo>
                <a:cubicBezTo>
                  <a:pt x="127" y="159"/>
                  <a:pt x="127" y="159"/>
                  <a:pt x="127" y="159"/>
                </a:cubicBezTo>
                <a:cubicBezTo>
                  <a:pt x="185" y="217"/>
                  <a:pt x="185" y="217"/>
                  <a:pt x="185" y="217"/>
                </a:cubicBezTo>
                <a:cubicBezTo>
                  <a:pt x="181" y="269"/>
                  <a:pt x="181" y="269"/>
                  <a:pt x="181" y="269"/>
                </a:cubicBezTo>
                <a:cubicBezTo>
                  <a:pt x="203" y="290"/>
                  <a:pt x="203" y="290"/>
                  <a:pt x="203" y="290"/>
                </a:cubicBezTo>
                <a:cubicBezTo>
                  <a:pt x="234" y="234"/>
                  <a:pt x="234" y="234"/>
                  <a:pt x="234" y="234"/>
                </a:cubicBezTo>
                <a:cubicBezTo>
                  <a:pt x="290" y="203"/>
                  <a:pt x="290" y="203"/>
                  <a:pt x="290" y="203"/>
                </a:cubicBezTo>
                <a:lnTo>
                  <a:pt x="268" y="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27" name="任意多边形 6">
            <a:extLst>
              <a:ext uri="{FF2B5EF4-FFF2-40B4-BE49-F238E27FC236}">
                <a16:creationId xmlns:a16="http://schemas.microsoft.com/office/drawing/2014/main" id="{1949E4FC-EE71-41BE-BB13-3DD72F71FD8F}"/>
              </a:ext>
            </a:extLst>
          </p:cNvPr>
          <p:cNvSpPr/>
          <p:nvPr/>
        </p:nvSpPr>
        <p:spPr>
          <a:xfrm rot="8100000">
            <a:off x="1736553" y="4453956"/>
            <a:ext cx="618543" cy="618543"/>
          </a:xfrm>
          <a:custGeom>
            <a:avLst/>
            <a:gdLst>
              <a:gd name="connsiteX0" fmla="*/ 0 w 1712686"/>
              <a:gd name="connsiteY0" fmla="*/ 1712686 h 1712686"/>
              <a:gd name="connsiteX1" fmla="*/ 0 w 1712686"/>
              <a:gd name="connsiteY1" fmla="*/ 856343 h 1712686"/>
              <a:gd name="connsiteX2" fmla="*/ 856343 w 1712686"/>
              <a:gd name="connsiteY2" fmla="*/ 0 h 1712686"/>
              <a:gd name="connsiteX3" fmla="*/ 1712686 w 1712686"/>
              <a:gd name="connsiteY3" fmla="*/ 0 h 1712686"/>
              <a:gd name="connsiteX4" fmla="*/ 1712686 w 1712686"/>
              <a:gd name="connsiteY4" fmla="*/ 856343 h 1712686"/>
              <a:gd name="connsiteX5" fmla="*/ 856343 w 1712686"/>
              <a:gd name="connsiteY5" fmla="*/ 1712686 h 171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12686" h="1712686">
                <a:moveTo>
                  <a:pt x="0" y="1712686"/>
                </a:moveTo>
                <a:lnTo>
                  <a:pt x="0" y="856343"/>
                </a:lnTo>
                <a:cubicBezTo>
                  <a:pt x="0" y="383398"/>
                  <a:pt x="383398" y="0"/>
                  <a:pt x="856343" y="0"/>
                </a:cubicBezTo>
                <a:lnTo>
                  <a:pt x="1712686" y="0"/>
                </a:lnTo>
                <a:lnTo>
                  <a:pt x="1712686" y="856343"/>
                </a:lnTo>
                <a:cubicBezTo>
                  <a:pt x="1712686" y="1329288"/>
                  <a:pt x="1329288" y="1712686"/>
                  <a:pt x="856343" y="1712686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21AB9FD-47E2-4950-A0D3-A6B694EFF962}"/>
              </a:ext>
            </a:extLst>
          </p:cNvPr>
          <p:cNvGrpSpPr/>
          <p:nvPr/>
        </p:nvGrpSpPr>
        <p:grpSpPr>
          <a:xfrm>
            <a:off x="1923413" y="4645520"/>
            <a:ext cx="248334" cy="235415"/>
            <a:chOff x="7556501" y="1998664"/>
            <a:chExt cx="274637" cy="260350"/>
          </a:xfrm>
          <a:solidFill>
            <a:schemeClr val="bg1"/>
          </a:solidFill>
        </p:grpSpPr>
        <p:sp>
          <p:nvSpPr>
            <p:cNvPr id="29" name="Freeform 247">
              <a:extLst>
                <a:ext uri="{FF2B5EF4-FFF2-40B4-BE49-F238E27FC236}">
                  <a16:creationId xmlns:a16="http://schemas.microsoft.com/office/drawing/2014/main" id="{DC7F62E7-D731-41C3-972D-0E2CC5A00B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10488" y="2149476"/>
              <a:ext cx="106363" cy="109538"/>
            </a:xfrm>
            <a:custGeom>
              <a:avLst/>
              <a:gdLst>
                <a:gd name="T0" fmla="*/ 0 w 119"/>
                <a:gd name="T1" fmla="*/ 40 h 121"/>
                <a:gd name="T2" fmla="*/ 46 w 119"/>
                <a:gd name="T3" fmla="*/ 85 h 121"/>
                <a:gd name="T4" fmla="*/ 70 w 119"/>
                <a:gd name="T5" fmla="*/ 118 h 121"/>
                <a:gd name="T6" fmla="*/ 83 w 119"/>
                <a:gd name="T7" fmla="*/ 121 h 121"/>
                <a:gd name="T8" fmla="*/ 119 w 119"/>
                <a:gd name="T9" fmla="*/ 85 h 121"/>
                <a:gd name="T10" fmla="*/ 116 w 119"/>
                <a:gd name="T11" fmla="*/ 72 h 121"/>
                <a:gd name="T12" fmla="*/ 83 w 119"/>
                <a:gd name="T13" fmla="*/ 48 h 121"/>
                <a:gd name="T14" fmla="*/ 35 w 119"/>
                <a:gd name="T15" fmla="*/ 0 h 121"/>
                <a:gd name="T16" fmla="*/ 1 w 119"/>
                <a:gd name="T17" fmla="*/ 34 h 121"/>
                <a:gd name="T18" fmla="*/ 0 w 119"/>
                <a:gd name="T19" fmla="*/ 40 h 121"/>
                <a:gd name="T20" fmla="*/ 80 w 119"/>
                <a:gd name="T21" fmla="*/ 67 h 121"/>
                <a:gd name="T22" fmla="*/ 95 w 119"/>
                <a:gd name="T23" fmla="*/ 82 h 121"/>
                <a:gd name="T24" fmla="*/ 80 w 119"/>
                <a:gd name="T25" fmla="*/ 97 h 121"/>
                <a:gd name="T26" fmla="*/ 65 w 119"/>
                <a:gd name="T27" fmla="*/ 82 h 121"/>
                <a:gd name="T28" fmla="*/ 80 w 119"/>
                <a:gd name="T29" fmla="*/ 67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19" h="121">
                  <a:moveTo>
                    <a:pt x="0" y="40"/>
                  </a:moveTo>
                  <a:cubicBezTo>
                    <a:pt x="46" y="85"/>
                    <a:pt x="46" y="85"/>
                    <a:pt x="46" y="85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83" y="121"/>
                    <a:pt x="83" y="121"/>
                    <a:pt x="83" y="121"/>
                  </a:cubicBezTo>
                  <a:cubicBezTo>
                    <a:pt x="119" y="85"/>
                    <a:pt x="119" y="85"/>
                    <a:pt x="119" y="85"/>
                  </a:cubicBezTo>
                  <a:cubicBezTo>
                    <a:pt x="116" y="72"/>
                    <a:pt x="116" y="72"/>
                    <a:pt x="116" y="72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6"/>
                    <a:pt x="1" y="38"/>
                    <a:pt x="0" y="40"/>
                  </a:cubicBezTo>
                  <a:close/>
                  <a:moveTo>
                    <a:pt x="80" y="67"/>
                  </a:moveTo>
                  <a:cubicBezTo>
                    <a:pt x="88" y="67"/>
                    <a:pt x="95" y="73"/>
                    <a:pt x="95" y="82"/>
                  </a:cubicBezTo>
                  <a:cubicBezTo>
                    <a:pt x="95" y="90"/>
                    <a:pt x="88" y="97"/>
                    <a:pt x="80" y="97"/>
                  </a:cubicBezTo>
                  <a:cubicBezTo>
                    <a:pt x="71" y="97"/>
                    <a:pt x="65" y="90"/>
                    <a:pt x="65" y="82"/>
                  </a:cubicBezTo>
                  <a:cubicBezTo>
                    <a:pt x="65" y="73"/>
                    <a:pt x="71" y="67"/>
                    <a:pt x="80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0" name="Freeform 248">
              <a:extLst>
                <a:ext uri="{FF2B5EF4-FFF2-40B4-BE49-F238E27FC236}">
                  <a16:creationId xmlns:a16="http://schemas.microsoft.com/office/drawing/2014/main" id="{F30AC697-9D8D-425A-9376-7837ABFFC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6501" y="1998664"/>
              <a:ext cx="136525" cy="134938"/>
            </a:xfrm>
            <a:custGeom>
              <a:avLst/>
              <a:gdLst>
                <a:gd name="T0" fmla="*/ 151 w 151"/>
                <a:gd name="T1" fmla="*/ 114 h 149"/>
                <a:gd name="T2" fmla="*/ 124 w 151"/>
                <a:gd name="T3" fmla="*/ 87 h 149"/>
                <a:gd name="T4" fmla="*/ 130 w 151"/>
                <a:gd name="T5" fmla="*/ 67 h 149"/>
                <a:gd name="T6" fmla="*/ 62 w 151"/>
                <a:gd name="T7" fmla="*/ 0 h 149"/>
                <a:gd name="T8" fmla="*/ 56 w 151"/>
                <a:gd name="T9" fmla="*/ 6 h 149"/>
                <a:gd name="T10" fmla="*/ 82 w 151"/>
                <a:gd name="T11" fmla="*/ 46 h 149"/>
                <a:gd name="T12" fmla="*/ 46 w 151"/>
                <a:gd name="T13" fmla="*/ 81 h 149"/>
                <a:gd name="T14" fmla="*/ 6 w 151"/>
                <a:gd name="T15" fmla="*/ 56 h 149"/>
                <a:gd name="T16" fmla="*/ 0 w 151"/>
                <a:gd name="T17" fmla="*/ 62 h 149"/>
                <a:gd name="T18" fmla="*/ 67 w 151"/>
                <a:gd name="T19" fmla="*/ 130 h 149"/>
                <a:gd name="T20" fmla="*/ 87 w 151"/>
                <a:gd name="T21" fmla="*/ 124 h 149"/>
                <a:gd name="T22" fmla="*/ 111 w 151"/>
                <a:gd name="T23" fmla="*/ 149 h 149"/>
                <a:gd name="T24" fmla="*/ 117 w 151"/>
                <a:gd name="T25" fmla="*/ 148 h 149"/>
                <a:gd name="T26" fmla="*/ 151 w 151"/>
                <a:gd name="T27" fmla="*/ 11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1" h="149">
                  <a:moveTo>
                    <a:pt x="151" y="114"/>
                  </a:moveTo>
                  <a:cubicBezTo>
                    <a:pt x="124" y="87"/>
                    <a:pt x="124" y="87"/>
                    <a:pt x="124" y="87"/>
                  </a:cubicBezTo>
                  <a:cubicBezTo>
                    <a:pt x="128" y="80"/>
                    <a:pt x="130" y="74"/>
                    <a:pt x="130" y="67"/>
                  </a:cubicBezTo>
                  <a:cubicBezTo>
                    <a:pt x="130" y="33"/>
                    <a:pt x="97" y="0"/>
                    <a:pt x="62" y="0"/>
                  </a:cubicBezTo>
                  <a:cubicBezTo>
                    <a:pt x="62" y="0"/>
                    <a:pt x="58" y="4"/>
                    <a:pt x="56" y="6"/>
                  </a:cubicBezTo>
                  <a:cubicBezTo>
                    <a:pt x="84" y="34"/>
                    <a:pt x="82" y="29"/>
                    <a:pt x="82" y="46"/>
                  </a:cubicBezTo>
                  <a:cubicBezTo>
                    <a:pt x="82" y="60"/>
                    <a:pt x="60" y="81"/>
                    <a:pt x="46" y="81"/>
                  </a:cubicBezTo>
                  <a:cubicBezTo>
                    <a:pt x="29" y="81"/>
                    <a:pt x="34" y="84"/>
                    <a:pt x="6" y="56"/>
                  </a:cubicBezTo>
                  <a:cubicBezTo>
                    <a:pt x="4" y="58"/>
                    <a:pt x="0" y="62"/>
                    <a:pt x="0" y="62"/>
                  </a:cubicBezTo>
                  <a:cubicBezTo>
                    <a:pt x="1" y="97"/>
                    <a:pt x="33" y="130"/>
                    <a:pt x="67" y="130"/>
                  </a:cubicBezTo>
                  <a:cubicBezTo>
                    <a:pt x="74" y="130"/>
                    <a:pt x="80" y="128"/>
                    <a:pt x="87" y="124"/>
                  </a:cubicBezTo>
                  <a:cubicBezTo>
                    <a:pt x="111" y="149"/>
                    <a:pt x="111" y="149"/>
                    <a:pt x="111" y="149"/>
                  </a:cubicBezTo>
                  <a:cubicBezTo>
                    <a:pt x="113" y="148"/>
                    <a:pt x="115" y="148"/>
                    <a:pt x="117" y="148"/>
                  </a:cubicBezTo>
                  <a:lnTo>
                    <a:pt x="151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1" name="Freeform 249">
              <a:extLst>
                <a:ext uri="{FF2B5EF4-FFF2-40B4-BE49-F238E27FC236}">
                  <a16:creationId xmlns:a16="http://schemas.microsoft.com/office/drawing/2014/main" id="{17E2FC79-1310-47AF-A20A-BAA4969EC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3963" y="1998664"/>
              <a:ext cx="257175" cy="260350"/>
            </a:xfrm>
            <a:custGeom>
              <a:avLst/>
              <a:gdLst>
                <a:gd name="T0" fmla="*/ 240 w 285"/>
                <a:gd name="T1" fmla="*/ 172 h 289"/>
                <a:gd name="T2" fmla="*/ 259 w 285"/>
                <a:gd name="T3" fmla="*/ 190 h 289"/>
                <a:gd name="T4" fmla="*/ 254 w 285"/>
                <a:gd name="T5" fmla="*/ 86 h 289"/>
                <a:gd name="T6" fmla="*/ 213 w 285"/>
                <a:gd name="T7" fmla="*/ 45 h 289"/>
                <a:gd name="T8" fmla="*/ 200 w 285"/>
                <a:gd name="T9" fmla="*/ 42 h 289"/>
                <a:gd name="T10" fmla="*/ 191 w 285"/>
                <a:gd name="T11" fmla="*/ 26 h 289"/>
                <a:gd name="T12" fmla="*/ 178 w 285"/>
                <a:gd name="T13" fmla="*/ 9 h 289"/>
                <a:gd name="T14" fmla="*/ 177 w 285"/>
                <a:gd name="T15" fmla="*/ 7 h 289"/>
                <a:gd name="T16" fmla="*/ 167 w 285"/>
                <a:gd name="T17" fmla="*/ 0 h 289"/>
                <a:gd name="T18" fmla="*/ 159 w 285"/>
                <a:gd name="T19" fmla="*/ 6 h 289"/>
                <a:gd name="T20" fmla="*/ 133 w 285"/>
                <a:gd name="T21" fmla="*/ 31 h 289"/>
                <a:gd name="T22" fmla="*/ 134 w 285"/>
                <a:gd name="T23" fmla="*/ 49 h 289"/>
                <a:gd name="T24" fmla="*/ 136 w 285"/>
                <a:gd name="T25" fmla="*/ 51 h 289"/>
                <a:gd name="T26" fmla="*/ 155 w 285"/>
                <a:gd name="T27" fmla="*/ 64 h 289"/>
                <a:gd name="T28" fmla="*/ 156 w 285"/>
                <a:gd name="T29" fmla="*/ 64 h 289"/>
                <a:gd name="T30" fmla="*/ 177 w 285"/>
                <a:gd name="T31" fmla="*/ 77 h 289"/>
                <a:gd name="T32" fmla="*/ 171 w 285"/>
                <a:gd name="T33" fmla="*/ 102 h 289"/>
                <a:gd name="T34" fmla="*/ 104 w 285"/>
                <a:gd name="T35" fmla="*/ 169 h 289"/>
                <a:gd name="T36" fmla="*/ 98 w 285"/>
                <a:gd name="T37" fmla="*/ 168 h 289"/>
                <a:gd name="T38" fmla="*/ 88 w 285"/>
                <a:gd name="T39" fmla="*/ 172 h 289"/>
                <a:gd name="T40" fmla="*/ 86 w 285"/>
                <a:gd name="T41" fmla="*/ 174 h 289"/>
                <a:gd name="T42" fmla="*/ 16 w 285"/>
                <a:gd name="T43" fmla="*/ 244 h 289"/>
                <a:gd name="T44" fmla="*/ 14 w 285"/>
                <a:gd name="T45" fmla="*/ 246 h 289"/>
                <a:gd name="T46" fmla="*/ 43 w 285"/>
                <a:gd name="T47" fmla="*/ 289 h 289"/>
                <a:gd name="T48" fmla="*/ 53 w 285"/>
                <a:gd name="T49" fmla="*/ 285 h 289"/>
                <a:gd name="T50" fmla="*/ 55 w 285"/>
                <a:gd name="T51" fmla="*/ 283 h 289"/>
                <a:gd name="T52" fmla="*/ 125 w 285"/>
                <a:gd name="T53" fmla="*/ 213 h 289"/>
                <a:gd name="T54" fmla="*/ 127 w 285"/>
                <a:gd name="T55" fmla="*/ 211 h 289"/>
                <a:gd name="T56" fmla="*/ 130 w 285"/>
                <a:gd name="T57" fmla="*/ 195 h 289"/>
                <a:gd name="T58" fmla="*/ 205 w 285"/>
                <a:gd name="T59" fmla="*/ 120 h 289"/>
                <a:gd name="T60" fmla="*/ 217 w 285"/>
                <a:gd name="T61" fmla="*/ 112 h 289"/>
                <a:gd name="T62" fmla="*/ 218 w 285"/>
                <a:gd name="T63" fmla="*/ 112 h 289"/>
                <a:gd name="T64" fmla="*/ 240 w 285"/>
                <a:gd name="T65" fmla="*/ 172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5" h="289">
                  <a:moveTo>
                    <a:pt x="240" y="172"/>
                  </a:moveTo>
                  <a:cubicBezTo>
                    <a:pt x="259" y="190"/>
                    <a:pt x="259" y="190"/>
                    <a:pt x="259" y="190"/>
                  </a:cubicBezTo>
                  <a:cubicBezTo>
                    <a:pt x="259" y="190"/>
                    <a:pt x="285" y="117"/>
                    <a:pt x="254" y="86"/>
                  </a:cubicBezTo>
                  <a:cubicBezTo>
                    <a:pt x="242" y="74"/>
                    <a:pt x="226" y="58"/>
                    <a:pt x="213" y="45"/>
                  </a:cubicBezTo>
                  <a:cubicBezTo>
                    <a:pt x="210" y="42"/>
                    <a:pt x="202" y="44"/>
                    <a:pt x="200" y="42"/>
                  </a:cubicBezTo>
                  <a:cubicBezTo>
                    <a:pt x="194" y="34"/>
                    <a:pt x="192" y="27"/>
                    <a:pt x="191" y="26"/>
                  </a:cubicBezTo>
                  <a:cubicBezTo>
                    <a:pt x="190" y="20"/>
                    <a:pt x="184" y="14"/>
                    <a:pt x="178" y="9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2" y="2"/>
                    <a:pt x="170" y="0"/>
                    <a:pt x="167" y="0"/>
                  </a:cubicBezTo>
                  <a:cubicBezTo>
                    <a:pt x="165" y="0"/>
                    <a:pt x="163" y="2"/>
                    <a:pt x="159" y="6"/>
                  </a:cubicBezTo>
                  <a:cubicBezTo>
                    <a:pt x="133" y="31"/>
                    <a:pt x="133" y="31"/>
                    <a:pt x="133" y="31"/>
                  </a:cubicBezTo>
                  <a:cubicBezTo>
                    <a:pt x="124" y="40"/>
                    <a:pt x="126" y="41"/>
                    <a:pt x="134" y="49"/>
                  </a:cubicBezTo>
                  <a:cubicBezTo>
                    <a:pt x="136" y="51"/>
                    <a:pt x="136" y="51"/>
                    <a:pt x="136" y="51"/>
                  </a:cubicBezTo>
                  <a:cubicBezTo>
                    <a:pt x="142" y="57"/>
                    <a:pt x="149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161" y="65"/>
                    <a:pt x="172" y="68"/>
                    <a:pt x="177" y="77"/>
                  </a:cubicBezTo>
                  <a:cubicBezTo>
                    <a:pt x="182" y="89"/>
                    <a:pt x="174" y="97"/>
                    <a:pt x="171" y="102"/>
                  </a:cubicBezTo>
                  <a:cubicBezTo>
                    <a:pt x="104" y="169"/>
                    <a:pt x="104" y="169"/>
                    <a:pt x="104" y="169"/>
                  </a:cubicBezTo>
                  <a:cubicBezTo>
                    <a:pt x="102" y="168"/>
                    <a:pt x="100" y="168"/>
                    <a:pt x="98" y="168"/>
                  </a:cubicBezTo>
                  <a:cubicBezTo>
                    <a:pt x="94" y="168"/>
                    <a:pt x="91" y="169"/>
                    <a:pt x="88" y="172"/>
                  </a:cubicBezTo>
                  <a:cubicBezTo>
                    <a:pt x="87" y="172"/>
                    <a:pt x="87" y="173"/>
                    <a:pt x="86" y="174"/>
                  </a:cubicBezTo>
                  <a:cubicBezTo>
                    <a:pt x="86" y="174"/>
                    <a:pt x="30" y="229"/>
                    <a:pt x="16" y="244"/>
                  </a:cubicBezTo>
                  <a:cubicBezTo>
                    <a:pt x="15" y="245"/>
                    <a:pt x="14" y="245"/>
                    <a:pt x="14" y="246"/>
                  </a:cubicBezTo>
                  <a:cubicBezTo>
                    <a:pt x="0" y="259"/>
                    <a:pt x="25" y="289"/>
                    <a:pt x="43" y="289"/>
                  </a:cubicBezTo>
                  <a:cubicBezTo>
                    <a:pt x="47" y="289"/>
                    <a:pt x="50" y="288"/>
                    <a:pt x="53" y="285"/>
                  </a:cubicBezTo>
                  <a:cubicBezTo>
                    <a:pt x="54" y="285"/>
                    <a:pt x="54" y="284"/>
                    <a:pt x="55" y="283"/>
                  </a:cubicBezTo>
                  <a:cubicBezTo>
                    <a:pt x="70" y="268"/>
                    <a:pt x="125" y="213"/>
                    <a:pt x="125" y="213"/>
                  </a:cubicBezTo>
                  <a:cubicBezTo>
                    <a:pt x="126" y="212"/>
                    <a:pt x="127" y="212"/>
                    <a:pt x="127" y="211"/>
                  </a:cubicBezTo>
                  <a:cubicBezTo>
                    <a:pt x="131" y="207"/>
                    <a:pt x="132" y="201"/>
                    <a:pt x="130" y="195"/>
                  </a:cubicBezTo>
                  <a:cubicBezTo>
                    <a:pt x="205" y="120"/>
                    <a:pt x="205" y="120"/>
                    <a:pt x="205" y="120"/>
                  </a:cubicBezTo>
                  <a:cubicBezTo>
                    <a:pt x="210" y="116"/>
                    <a:pt x="215" y="112"/>
                    <a:pt x="217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46" y="128"/>
                    <a:pt x="240" y="172"/>
                    <a:pt x="240" y="1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52" name="椭圆 51">
            <a:extLst>
              <a:ext uri="{FF2B5EF4-FFF2-40B4-BE49-F238E27FC236}">
                <a16:creationId xmlns:a16="http://schemas.microsoft.com/office/drawing/2014/main" id="{1631E8E9-7463-4763-BAFE-CF52115701A3}"/>
              </a:ext>
            </a:extLst>
          </p:cNvPr>
          <p:cNvSpPr/>
          <p:nvPr/>
        </p:nvSpPr>
        <p:spPr>
          <a:xfrm>
            <a:off x="3259859" y="3511568"/>
            <a:ext cx="266700" cy="266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C3CE2A01-72AD-42C6-8EBC-661D17B2F0AC}"/>
              </a:ext>
            </a:extLst>
          </p:cNvPr>
          <p:cNvSpPr/>
          <p:nvPr/>
        </p:nvSpPr>
        <p:spPr>
          <a:xfrm>
            <a:off x="3259859" y="4650726"/>
            <a:ext cx="266700" cy="266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964DD7AB-EFC7-4D70-9072-C02E6B61DAC0}"/>
              </a:ext>
            </a:extLst>
          </p:cNvPr>
          <p:cNvSpPr/>
          <p:nvPr/>
        </p:nvSpPr>
        <p:spPr>
          <a:xfrm>
            <a:off x="7300415" y="3469666"/>
            <a:ext cx="266700" cy="266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E43F1745-6FA3-4F4B-962B-6F51D34248E3}"/>
              </a:ext>
            </a:extLst>
          </p:cNvPr>
          <p:cNvSpPr/>
          <p:nvPr/>
        </p:nvSpPr>
        <p:spPr>
          <a:xfrm>
            <a:off x="7300415" y="4650726"/>
            <a:ext cx="266700" cy="2667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CC71C36-05FF-4158-8976-26745793B690}"/>
              </a:ext>
            </a:extLst>
          </p:cNvPr>
          <p:cNvSpPr/>
          <p:nvPr/>
        </p:nvSpPr>
        <p:spPr>
          <a:xfrm>
            <a:off x="3616226" y="3233684"/>
            <a:ext cx="336481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 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每天在家长的监护陪同下，选择自己喜欢的体育项目，锻炼身体半小时，生活饮食起居要做到有规律。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2AB9A16-1552-412C-970B-6C90ECEA75D0}"/>
              </a:ext>
            </a:extLst>
          </p:cNvPr>
          <p:cNvSpPr/>
          <p:nvPr/>
        </p:nvSpPr>
        <p:spPr>
          <a:xfrm>
            <a:off x="7629275" y="3358124"/>
            <a:ext cx="33648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 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元旦假期中要做到勤洗澡、勤换衣、勤理发。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091D178-D9FA-43F7-ADB3-F63366C88535}"/>
              </a:ext>
            </a:extLst>
          </p:cNvPr>
          <p:cNvSpPr/>
          <p:nvPr/>
        </p:nvSpPr>
        <p:spPr>
          <a:xfrm>
            <a:off x="3601370" y="4541603"/>
            <a:ext cx="3397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 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要适量上网，多从网上查找对自己学习生活有帮助的内容。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48729F7-4A5D-40A7-8CF9-0D1BE4AC24EA}"/>
              </a:ext>
            </a:extLst>
          </p:cNvPr>
          <p:cNvSpPr/>
          <p:nvPr/>
        </p:nvSpPr>
        <p:spPr>
          <a:xfrm>
            <a:off x="7629275" y="4515915"/>
            <a:ext cx="33975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4 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在学习生活之余，要帮助家长做一些力所能及的家务劳动。</a:t>
            </a:r>
          </a:p>
        </p:txBody>
      </p:sp>
    </p:spTree>
    <p:extLst>
      <p:ext uri="{BB962C8B-B14F-4D97-AF65-F5344CB8AC3E}">
        <p14:creationId xmlns:p14="http://schemas.microsoft.com/office/powerpoint/2010/main" val="291426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1" grpId="0" animBg="1"/>
      <p:bldP spid="34" grpId="0" animBg="1"/>
      <p:bldP spid="32" grpId="0" animBg="1"/>
      <p:bldP spid="33" grpId="0" animBg="1"/>
      <p:bldP spid="27" grpId="0" animBg="1"/>
      <p:bldP spid="52" grpId="0" animBg="1"/>
      <p:bldP spid="53" grpId="0" animBg="1"/>
      <p:bldP spid="56" grpId="0" animBg="1"/>
      <p:bldP spid="57" grpId="0" animBg="1"/>
      <p:bldP spid="58" grpId="0"/>
      <p:bldP spid="59" grpId="0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990650" y="2289929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四、传染病预防</a:t>
            </a:r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60249050-1A06-41D2-B28F-958AA97BEB71}"/>
              </a:ext>
            </a:extLst>
          </p:cNvPr>
          <p:cNvCxnSpPr>
            <a:cxnSpLocks/>
          </p:cNvCxnSpPr>
          <p:nvPr/>
        </p:nvCxnSpPr>
        <p:spPr>
          <a:xfrm flipH="1">
            <a:off x="4028158" y="4234640"/>
            <a:ext cx="420144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384159B8-85C5-4165-A839-4C81BE9B3375}"/>
              </a:ext>
            </a:extLst>
          </p:cNvPr>
          <p:cNvGrpSpPr/>
          <p:nvPr/>
        </p:nvGrpSpPr>
        <p:grpSpPr>
          <a:xfrm>
            <a:off x="3466441" y="4494237"/>
            <a:ext cx="483738" cy="887399"/>
            <a:chOff x="4383264" y="4022079"/>
            <a:chExt cx="697277" cy="1279128"/>
          </a:xfrm>
        </p:grpSpPr>
        <p:sp>
          <p:nvSpPr>
            <p:cNvPr id="86" name="椭圆 3">
              <a:extLst>
                <a:ext uri="{FF2B5EF4-FFF2-40B4-BE49-F238E27FC236}">
                  <a16:creationId xmlns:a16="http://schemas.microsoft.com/office/drawing/2014/main" id="{15F66FBC-8D7A-4345-AB8E-8D8842F8C8A9}"/>
                </a:ext>
              </a:extLst>
            </p:cNvPr>
            <p:cNvSpPr/>
            <p:nvPr/>
          </p:nvSpPr>
          <p:spPr>
            <a:xfrm>
              <a:off x="4383264" y="4022079"/>
              <a:ext cx="697277" cy="1279128"/>
            </a:xfrm>
            <a:custGeom>
              <a:avLst/>
              <a:gdLst>
                <a:gd name="connsiteX0" fmla="*/ 0 w 1440000"/>
                <a:gd name="connsiteY0" fmla="*/ 720000 h 1440000"/>
                <a:gd name="connsiteX1" fmla="*/ 720000 w 1440000"/>
                <a:gd name="connsiteY1" fmla="*/ 0 h 1440000"/>
                <a:gd name="connsiteX2" fmla="*/ 1440000 w 1440000"/>
                <a:gd name="connsiteY2" fmla="*/ 720000 h 1440000"/>
                <a:gd name="connsiteX3" fmla="*/ 720000 w 1440000"/>
                <a:gd name="connsiteY3" fmla="*/ 1440000 h 1440000"/>
                <a:gd name="connsiteX4" fmla="*/ 0 w 1440000"/>
                <a:gd name="connsiteY4" fmla="*/ 720000 h 1440000"/>
                <a:gd name="connsiteX0" fmla="*/ 0 w 1440000"/>
                <a:gd name="connsiteY0" fmla="*/ 720452 h 1440452"/>
                <a:gd name="connsiteX1" fmla="*/ 720000 w 1440000"/>
                <a:gd name="connsiteY1" fmla="*/ 452 h 1440452"/>
                <a:gd name="connsiteX2" fmla="*/ 1440000 w 1440000"/>
                <a:gd name="connsiteY2" fmla="*/ 720452 h 1440452"/>
                <a:gd name="connsiteX3" fmla="*/ 720000 w 1440000"/>
                <a:gd name="connsiteY3" fmla="*/ 1440452 h 1440452"/>
                <a:gd name="connsiteX4" fmla="*/ 0 w 1440000"/>
                <a:gd name="connsiteY4" fmla="*/ 720452 h 1440452"/>
                <a:gd name="connsiteX0" fmla="*/ 13 w 1440013"/>
                <a:gd name="connsiteY0" fmla="*/ 1402319 h 2122319"/>
                <a:gd name="connsiteX1" fmla="*/ 734527 w 1440013"/>
                <a:gd name="connsiteY1" fmla="*/ 147 h 2122319"/>
                <a:gd name="connsiteX2" fmla="*/ 1440013 w 1440013"/>
                <a:gd name="connsiteY2" fmla="*/ 1402319 h 2122319"/>
                <a:gd name="connsiteX3" fmla="*/ 720013 w 1440013"/>
                <a:gd name="connsiteY3" fmla="*/ 2122319 h 2122319"/>
                <a:gd name="connsiteX4" fmla="*/ 13 w 1440013"/>
                <a:gd name="connsiteY4" fmla="*/ 1402319 h 2122319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440013 w 1440013"/>
                <a:gd name="connsiteY2" fmla="*/ 1402172 h 2122172"/>
                <a:gd name="connsiteX3" fmla="*/ 720013 w 1440013"/>
                <a:gd name="connsiteY3" fmla="*/ 2122172 h 2122172"/>
                <a:gd name="connsiteX4" fmla="*/ 13 w 1440013"/>
                <a:gd name="connsiteY4" fmla="*/ 1402172 h 2122172"/>
                <a:gd name="connsiteX0" fmla="*/ 13 w 1453616"/>
                <a:gd name="connsiteY0" fmla="*/ 1420592 h 2140592"/>
                <a:gd name="connsiteX1" fmla="*/ 734527 w 1453616"/>
                <a:gd name="connsiteY1" fmla="*/ 18420 h 2140592"/>
                <a:gd name="connsiteX2" fmla="*/ 1157218 w 1453616"/>
                <a:gd name="connsiteY2" fmla="*/ 670657 h 2140592"/>
                <a:gd name="connsiteX3" fmla="*/ 1440013 w 1453616"/>
                <a:gd name="connsiteY3" fmla="*/ 1420592 h 2140592"/>
                <a:gd name="connsiteX4" fmla="*/ 720013 w 1453616"/>
                <a:gd name="connsiteY4" fmla="*/ 2140592 h 2140592"/>
                <a:gd name="connsiteX5" fmla="*/ 13 w 1453616"/>
                <a:gd name="connsiteY5" fmla="*/ 1420592 h 2140592"/>
                <a:gd name="connsiteX0" fmla="*/ 13 w 1453616"/>
                <a:gd name="connsiteY0" fmla="*/ 1402172 h 2122172"/>
                <a:gd name="connsiteX1" fmla="*/ 734527 w 1453616"/>
                <a:gd name="connsiteY1" fmla="*/ 0 h 2122172"/>
                <a:gd name="connsiteX2" fmla="*/ 1157218 w 1453616"/>
                <a:gd name="connsiteY2" fmla="*/ 652237 h 2122172"/>
                <a:gd name="connsiteX3" fmla="*/ 1440013 w 1453616"/>
                <a:gd name="connsiteY3" fmla="*/ 1402172 h 2122172"/>
                <a:gd name="connsiteX4" fmla="*/ 720013 w 1453616"/>
                <a:gd name="connsiteY4" fmla="*/ 2122172 h 2122172"/>
                <a:gd name="connsiteX5" fmla="*/ 13 w 1453616"/>
                <a:gd name="connsiteY5" fmla="*/ 1402172 h 2122172"/>
                <a:gd name="connsiteX0" fmla="*/ 13 w 1449059"/>
                <a:gd name="connsiteY0" fmla="*/ 1402172 h 2122172"/>
                <a:gd name="connsiteX1" fmla="*/ 734527 w 1449059"/>
                <a:gd name="connsiteY1" fmla="*/ 0 h 2122172"/>
                <a:gd name="connsiteX2" fmla="*/ 1007500 w 1449059"/>
                <a:gd name="connsiteY2" fmla="*/ 755146 h 2122172"/>
                <a:gd name="connsiteX3" fmla="*/ 1440013 w 1449059"/>
                <a:gd name="connsiteY3" fmla="*/ 1402172 h 2122172"/>
                <a:gd name="connsiteX4" fmla="*/ 720013 w 1449059"/>
                <a:gd name="connsiteY4" fmla="*/ 2122172 h 2122172"/>
                <a:gd name="connsiteX5" fmla="*/ 13 w 1449059"/>
                <a:gd name="connsiteY5" fmla="*/ 1402172 h 212217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007500 w 1440013"/>
                <a:gd name="connsiteY2" fmla="*/ 755146 h 2122172"/>
                <a:gd name="connsiteX3" fmla="*/ 1440013 w 1440013"/>
                <a:gd name="connsiteY3" fmla="*/ 1402172 h 2122172"/>
                <a:gd name="connsiteX4" fmla="*/ 720013 w 1440013"/>
                <a:gd name="connsiteY4" fmla="*/ 2122172 h 2122172"/>
                <a:gd name="connsiteX5" fmla="*/ 13 w 1440013"/>
                <a:gd name="connsiteY5" fmla="*/ 1402172 h 2122172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276 w 1406469"/>
                <a:gd name="connsiteY0" fmla="*/ 1406130 h 2126138"/>
                <a:gd name="connsiteX1" fmla="*/ 802405 w 1406469"/>
                <a:gd name="connsiteY1" fmla="*/ 0 h 2126138"/>
                <a:gd name="connsiteX2" fmla="*/ 1007763 w 1406469"/>
                <a:gd name="connsiteY2" fmla="*/ 759104 h 2126138"/>
                <a:gd name="connsiteX3" fmla="*/ 1406468 w 1406469"/>
                <a:gd name="connsiteY3" fmla="*/ 1421962 h 2126138"/>
                <a:gd name="connsiteX4" fmla="*/ 720276 w 1406469"/>
                <a:gd name="connsiteY4" fmla="*/ 2126130 h 2126138"/>
                <a:gd name="connsiteX5" fmla="*/ 276 w 1406469"/>
                <a:gd name="connsiteY5" fmla="*/ 1406130 h 2126138"/>
                <a:gd name="connsiteX0" fmla="*/ 276 w 1409106"/>
                <a:gd name="connsiteY0" fmla="*/ 1406130 h 2126141"/>
                <a:gd name="connsiteX1" fmla="*/ 802405 w 1409106"/>
                <a:gd name="connsiteY1" fmla="*/ 0 h 2126141"/>
                <a:gd name="connsiteX2" fmla="*/ 1007763 w 1409106"/>
                <a:gd name="connsiteY2" fmla="*/ 759104 h 2126141"/>
                <a:gd name="connsiteX3" fmla="*/ 1406468 w 1409106"/>
                <a:gd name="connsiteY3" fmla="*/ 1421962 h 2126141"/>
                <a:gd name="connsiteX4" fmla="*/ 720276 w 1409106"/>
                <a:gd name="connsiteY4" fmla="*/ 2126130 h 2126141"/>
                <a:gd name="connsiteX5" fmla="*/ 276 w 1409106"/>
                <a:gd name="connsiteY5" fmla="*/ 1406130 h 2126141"/>
                <a:gd name="connsiteX0" fmla="*/ 369 w 1410033"/>
                <a:gd name="connsiteY0" fmla="*/ 1406130 h 2126141"/>
                <a:gd name="connsiteX1" fmla="*/ 802498 w 1410033"/>
                <a:gd name="connsiteY1" fmla="*/ 0 h 2126141"/>
                <a:gd name="connsiteX2" fmla="*/ 1007856 w 1410033"/>
                <a:gd name="connsiteY2" fmla="*/ 759104 h 2126141"/>
                <a:gd name="connsiteX3" fmla="*/ 1406561 w 1410033"/>
                <a:gd name="connsiteY3" fmla="*/ 1421962 h 2126141"/>
                <a:gd name="connsiteX4" fmla="*/ 720369 w 1410033"/>
                <a:gd name="connsiteY4" fmla="*/ 2126130 h 2126141"/>
                <a:gd name="connsiteX5" fmla="*/ 369 w 1410033"/>
                <a:gd name="connsiteY5" fmla="*/ 1406130 h 2126141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4195" h="2126143">
                  <a:moveTo>
                    <a:pt x="369" y="1406130"/>
                  </a:moveTo>
                  <a:cubicBezTo>
                    <a:pt x="14057" y="1051775"/>
                    <a:pt x="71025" y="1146630"/>
                    <a:pt x="802498" y="0"/>
                  </a:cubicBezTo>
                  <a:cubicBezTo>
                    <a:pt x="884286" y="654750"/>
                    <a:pt x="962721" y="671857"/>
                    <a:pt x="1007856" y="759104"/>
                  </a:cubicBezTo>
                  <a:cubicBezTo>
                    <a:pt x="1410383" y="1305488"/>
                    <a:pt x="1402154" y="1355088"/>
                    <a:pt x="1406561" y="1421962"/>
                  </a:cubicBezTo>
                  <a:cubicBezTo>
                    <a:pt x="1473758" y="1734237"/>
                    <a:pt x="1085130" y="2128769"/>
                    <a:pt x="720369" y="2126130"/>
                  </a:cubicBezTo>
                  <a:cubicBezTo>
                    <a:pt x="355608" y="2123491"/>
                    <a:pt x="-13319" y="1760485"/>
                    <a:pt x="369" y="1406130"/>
                  </a:cubicBezTo>
                  <a:close/>
                </a:path>
              </a:pathLst>
            </a:custGeom>
            <a:solidFill>
              <a:srgbClr val="7ACDE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87" name="椭圆 3">
              <a:extLst>
                <a:ext uri="{FF2B5EF4-FFF2-40B4-BE49-F238E27FC236}">
                  <a16:creationId xmlns:a16="http://schemas.microsoft.com/office/drawing/2014/main" id="{34408726-5305-4312-9BB2-AA24AEDA426F}"/>
                </a:ext>
              </a:extLst>
            </p:cNvPr>
            <p:cNvSpPr/>
            <p:nvPr/>
          </p:nvSpPr>
          <p:spPr>
            <a:xfrm>
              <a:off x="4458868" y="4419845"/>
              <a:ext cx="175973" cy="717111"/>
            </a:xfrm>
            <a:custGeom>
              <a:avLst/>
              <a:gdLst>
                <a:gd name="connsiteX0" fmla="*/ 0 w 1440000"/>
                <a:gd name="connsiteY0" fmla="*/ 720000 h 1440000"/>
                <a:gd name="connsiteX1" fmla="*/ 720000 w 1440000"/>
                <a:gd name="connsiteY1" fmla="*/ 0 h 1440000"/>
                <a:gd name="connsiteX2" fmla="*/ 1440000 w 1440000"/>
                <a:gd name="connsiteY2" fmla="*/ 720000 h 1440000"/>
                <a:gd name="connsiteX3" fmla="*/ 720000 w 1440000"/>
                <a:gd name="connsiteY3" fmla="*/ 1440000 h 1440000"/>
                <a:gd name="connsiteX4" fmla="*/ 0 w 1440000"/>
                <a:gd name="connsiteY4" fmla="*/ 720000 h 1440000"/>
                <a:gd name="connsiteX0" fmla="*/ 0 w 1440000"/>
                <a:gd name="connsiteY0" fmla="*/ 720452 h 1440452"/>
                <a:gd name="connsiteX1" fmla="*/ 720000 w 1440000"/>
                <a:gd name="connsiteY1" fmla="*/ 452 h 1440452"/>
                <a:gd name="connsiteX2" fmla="*/ 1440000 w 1440000"/>
                <a:gd name="connsiteY2" fmla="*/ 720452 h 1440452"/>
                <a:gd name="connsiteX3" fmla="*/ 720000 w 1440000"/>
                <a:gd name="connsiteY3" fmla="*/ 1440452 h 1440452"/>
                <a:gd name="connsiteX4" fmla="*/ 0 w 1440000"/>
                <a:gd name="connsiteY4" fmla="*/ 720452 h 1440452"/>
                <a:gd name="connsiteX0" fmla="*/ 13 w 1440013"/>
                <a:gd name="connsiteY0" fmla="*/ 1402319 h 2122319"/>
                <a:gd name="connsiteX1" fmla="*/ 734527 w 1440013"/>
                <a:gd name="connsiteY1" fmla="*/ 147 h 2122319"/>
                <a:gd name="connsiteX2" fmla="*/ 1440013 w 1440013"/>
                <a:gd name="connsiteY2" fmla="*/ 1402319 h 2122319"/>
                <a:gd name="connsiteX3" fmla="*/ 720013 w 1440013"/>
                <a:gd name="connsiteY3" fmla="*/ 2122319 h 2122319"/>
                <a:gd name="connsiteX4" fmla="*/ 13 w 1440013"/>
                <a:gd name="connsiteY4" fmla="*/ 1402319 h 2122319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440013 w 1440013"/>
                <a:gd name="connsiteY2" fmla="*/ 1402172 h 2122172"/>
                <a:gd name="connsiteX3" fmla="*/ 720013 w 1440013"/>
                <a:gd name="connsiteY3" fmla="*/ 2122172 h 2122172"/>
                <a:gd name="connsiteX4" fmla="*/ 13 w 1440013"/>
                <a:gd name="connsiteY4" fmla="*/ 1402172 h 2122172"/>
                <a:gd name="connsiteX0" fmla="*/ 13 w 1453616"/>
                <a:gd name="connsiteY0" fmla="*/ 1420592 h 2140592"/>
                <a:gd name="connsiteX1" fmla="*/ 734527 w 1453616"/>
                <a:gd name="connsiteY1" fmla="*/ 18420 h 2140592"/>
                <a:gd name="connsiteX2" fmla="*/ 1157218 w 1453616"/>
                <a:gd name="connsiteY2" fmla="*/ 670657 h 2140592"/>
                <a:gd name="connsiteX3" fmla="*/ 1440013 w 1453616"/>
                <a:gd name="connsiteY3" fmla="*/ 1420592 h 2140592"/>
                <a:gd name="connsiteX4" fmla="*/ 720013 w 1453616"/>
                <a:gd name="connsiteY4" fmla="*/ 2140592 h 2140592"/>
                <a:gd name="connsiteX5" fmla="*/ 13 w 1453616"/>
                <a:gd name="connsiteY5" fmla="*/ 1420592 h 2140592"/>
                <a:gd name="connsiteX0" fmla="*/ 13 w 1453616"/>
                <a:gd name="connsiteY0" fmla="*/ 1402172 h 2122172"/>
                <a:gd name="connsiteX1" fmla="*/ 734527 w 1453616"/>
                <a:gd name="connsiteY1" fmla="*/ 0 h 2122172"/>
                <a:gd name="connsiteX2" fmla="*/ 1157218 w 1453616"/>
                <a:gd name="connsiteY2" fmla="*/ 652237 h 2122172"/>
                <a:gd name="connsiteX3" fmla="*/ 1440013 w 1453616"/>
                <a:gd name="connsiteY3" fmla="*/ 1402172 h 2122172"/>
                <a:gd name="connsiteX4" fmla="*/ 720013 w 1453616"/>
                <a:gd name="connsiteY4" fmla="*/ 2122172 h 2122172"/>
                <a:gd name="connsiteX5" fmla="*/ 13 w 1453616"/>
                <a:gd name="connsiteY5" fmla="*/ 1402172 h 2122172"/>
                <a:gd name="connsiteX0" fmla="*/ 13 w 1449059"/>
                <a:gd name="connsiteY0" fmla="*/ 1402172 h 2122172"/>
                <a:gd name="connsiteX1" fmla="*/ 734527 w 1449059"/>
                <a:gd name="connsiteY1" fmla="*/ 0 h 2122172"/>
                <a:gd name="connsiteX2" fmla="*/ 1007500 w 1449059"/>
                <a:gd name="connsiteY2" fmla="*/ 755146 h 2122172"/>
                <a:gd name="connsiteX3" fmla="*/ 1440013 w 1449059"/>
                <a:gd name="connsiteY3" fmla="*/ 1402172 h 2122172"/>
                <a:gd name="connsiteX4" fmla="*/ 720013 w 1449059"/>
                <a:gd name="connsiteY4" fmla="*/ 2122172 h 2122172"/>
                <a:gd name="connsiteX5" fmla="*/ 13 w 1449059"/>
                <a:gd name="connsiteY5" fmla="*/ 1402172 h 212217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007500 w 1440013"/>
                <a:gd name="connsiteY2" fmla="*/ 755146 h 2122172"/>
                <a:gd name="connsiteX3" fmla="*/ 1440013 w 1440013"/>
                <a:gd name="connsiteY3" fmla="*/ 1402172 h 2122172"/>
                <a:gd name="connsiteX4" fmla="*/ 720013 w 1440013"/>
                <a:gd name="connsiteY4" fmla="*/ 2122172 h 2122172"/>
                <a:gd name="connsiteX5" fmla="*/ 13 w 1440013"/>
                <a:gd name="connsiteY5" fmla="*/ 1402172 h 2122172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276 w 1406469"/>
                <a:gd name="connsiteY0" fmla="*/ 1406130 h 2126138"/>
                <a:gd name="connsiteX1" fmla="*/ 802405 w 1406469"/>
                <a:gd name="connsiteY1" fmla="*/ 0 h 2126138"/>
                <a:gd name="connsiteX2" fmla="*/ 1007763 w 1406469"/>
                <a:gd name="connsiteY2" fmla="*/ 759104 h 2126138"/>
                <a:gd name="connsiteX3" fmla="*/ 1406468 w 1406469"/>
                <a:gd name="connsiteY3" fmla="*/ 1421962 h 2126138"/>
                <a:gd name="connsiteX4" fmla="*/ 720276 w 1406469"/>
                <a:gd name="connsiteY4" fmla="*/ 2126130 h 2126138"/>
                <a:gd name="connsiteX5" fmla="*/ 276 w 1406469"/>
                <a:gd name="connsiteY5" fmla="*/ 1406130 h 2126138"/>
                <a:gd name="connsiteX0" fmla="*/ 276 w 1409106"/>
                <a:gd name="connsiteY0" fmla="*/ 1406130 h 2126141"/>
                <a:gd name="connsiteX1" fmla="*/ 802405 w 1409106"/>
                <a:gd name="connsiteY1" fmla="*/ 0 h 2126141"/>
                <a:gd name="connsiteX2" fmla="*/ 1007763 w 1409106"/>
                <a:gd name="connsiteY2" fmla="*/ 759104 h 2126141"/>
                <a:gd name="connsiteX3" fmla="*/ 1406468 w 1409106"/>
                <a:gd name="connsiteY3" fmla="*/ 1421962 h 2126141"/>
                <a:gd name="connsiteX4" fmla="*/ 720276 w 1409106"/>
                <a:gd name="connsiteY4" fmla="*/ 2126130 h 2126141"/>
                <a:gd name="connsiteX5" fmla="*/ 276 w 1409106"/>
                <a:gd name="connsiteY5" fmla="*/ 1406130 h 2126141"/>
                <a:gd name="connsiteX0" fmla="*/ 369 w 1410033"/>
                <a:gd name="connsiteY0" fmla="*/ 1406130 h 2126141"/>
                <a:gd name="connsiteX1" fmla="*/ 802498 w 1410033"/>
                <a:gd name="connsiteY1" fmla="*/ 0 h 2126141"/>
                <a:gd name="connsiteX2" fmla="*/ 1007856 w 1410033"/>
                <a:gd name="connsiteY2" fmla="*/ 759104 h 2126141"/>
                <a:gd name="connsiteX3" fmla="*/ 1406561 w 1410033"/>
                <a:gd name="connsiteY3" fmla="*/ 1421962 h 2126141"/>
                <a:gd name="connsiteX4" fmla="*/ 720369 w 1410033"/>
                <a:gd name="connsiteY4" fmla="*/ 2126130 h 2126141"/>
                <a:gd name="connsiteX5" fmla="*/ 369 w 1410033"/>
                <a:gd name="connsiteY5" fmla="*/ 1406130 h 2126141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251 w 1215527"/>
                <a:gd name="connsiteY0" fmla="*/ 1406130 h 2126143"/>
                <a:gd name="connsiteX1" fmla="*/ 802380 w 1215527"/>
                <a:gd name="connsiteY1" fmla="*/ 0 h 2126143"/>
                <a:gd name="connsiteX2" fmla="*/ 1007738 w 1215527"/>
                <a:gd name="connsiteY2" fmla="*/ 759104 h 2126143"/>
                <a:gd name="connsiteX3" fmla="*/ 1107628 w 1215527"/>
                <a:gd name="connsiteY3" fmla="*/ 1421961 h 2126143"/>
                <a:gd name="connsiteX4" fmla="*/ 720251 w 1215527"/>
                <a:gd name="connsiteY4" fmla="*/ 2126130 h 2126143"/>
                <a:gd name="connsiteX5" fmla="*/ 251 w 1215527"/>
                <a:gd name="connsiteY5" fmla="*/ 1406130 h 2126143"/>
                <a:gd name="connsiteX0" fmla="*/ 251 w 1118132"/>
                <a:gd name="connsiteY0" fmla="*/ 1406130 h 2126143"/>
                <a:gd name="connsiteX1" fmla="*/ 802380 w 1118132"/>
                <a:gd name="connsiteY1" fmla="*/ 0 h 2126143"/>
                <a:gd name="connsiteX2" fmla="*/ 768687 w 1118132"/>
                <a:gd name="connsiteY2" fmla="*/ 759103 h 2126143"/>
                <a:gd name="connsiteX3" fmla="*/ 1107628 w 1118132"/>
                <a:gd name="connsiteY3" fmla="*/ 1421961 h 2126143"/>
                <a:gd name="connsiteX4" fmla="*/ 720251 w 1118132"/>
                <a:gd name="connsiteY4" fmla="*/ 2126130 h 2126143"/>
                <a:gd name="connsiteX5" fmla="*/ 251 w 1118132"/>
                <a:gd name="connsiteY5" fmla="*/ 1406130 h 2126143"/>
                <a:gd name="connsiteX0" fmla="*/ 232 w 966550"/>
                <a:gd name="connsiteY0" fmla="*/ 1406130 h 2126322"/>
                <a:gd name="connsiteX1" fmla="*/ 802361 w 966550"/>
                <a:gd name="connsiteY1" fmla="*/ 0 h 2126322"/>
                <a:gd name="connsiteX2" fmla="*/ 768668 w 966550"/>
                <a:gd name="connsiteY2" fmla="*/ 759103 h 2126322"/>
                <a:gd name="connsiteX3" fmla="*/ 838675 w 966550"/>
                <a:gd name="connsiteY3" fmla="*/ 1464516 h 2126322"/>
                <a:gd name="connsiteX4" fmla="*/ 720232 w 966550"/>
                <a:gd name="connsiteY4" fmla="*/ 2126130 h 2126322"/>
                <a:gd name="connsiteX5" fmla="*/ 232 w 966550"/>
                <a:gd name="connsiteY5" fmla="*/ 1406130 h 2126322"/>
                <a:gd name="connsiteX0" fmla="*/ 232 w 939953"/>
                <a:gd name="connsiteY0" fmla="*/ 1406130 h 2126322"/>
                <a:gd name="connsiteX1" fmla="*/ 802361 w 939953"/>
                <a:gd name="connsiteY1" fmla="*/ 0 h 2126322"/>
                <a:gd name="connsiteX2" fmla="*/ 768668 w 939953"/>
                <a:gd name="connsiteY2" fmla="*/ 759103 h 2126322"/>
                <a:gd name="connsiteX3" fmla="*/ 838675 w 939953"/>
                <a:gd name="connsiteY3" fmla="*/ 1464516 h 2126322"/>
                <a:gd name="connsiteX4" fmla="*/ 720232 w 939953"/>
                <a:gd name="connsiteY4" fmla="*/ 2126130 h 2126322"/>
                <a:gd name="connsiteX5" fmla="*/ 232 w 939953"/>
                <a:gd name="connsiteY5" fmla="*/ 1406130 h 2126322"/>
                <a:gd name="connsiteX0" fmla="*/ 232 w 869145"/>
                <a:gd name="connsiteY0" fmla="*/ 1406130 h 2126322"/>
                <a:gd name="connsiteX1" fmla="*/ 802361 w 869145"/>
                <a:gd name="connsiteY1" fmla="*/ 0 h 2126322"/>
                <a:gd name="connsiteX2" fmla="*/ 768668 w 869145"/>
                <a:gd name="connsiteY2" fmla="*/ 759103 h 2126322"/>
                <a:gd name="connsiteX3" fmla="*/ 838675 w 869145"/>
                <a:gd name="connsiteY3" fmla="*/ 1464516 h 2126322"/>
                <a:gd name="connsiteX4" fmla="*/ 720232 w 869145"/>
                <a:gd name="connsiteY4" fmla="*/ 2126130 h 2126322"/>
                <a:gd name="connsiteX5" fmla="*/ 232 w 869145"/>
                <a:gd name="connsiteY5" fmla="*/ 1406130 h 2126322"/>
                <a:gd name="connsiteX0" fmla="*/ 223 w 825960"/>
                <a:gd name="connsiteY0" fmla="*/ 1406130 h 2126376"/>
                <a:gd name="connsiteX1" fmla="*/ 802352 w 825960"/>
                <a:gd name="connsiteY1" fmla="*/ 0 h 2126376"/>
                <a:gd name="connsiteX2" fmla="*/ 768659 w 825960"/>
                <a:gd name="connsiteY2" fmla="*/ 759103 h 2126376"/>
                <a:gd name="connsiteX3" fmla="*/ 659377 w 825960"/>
                <a:gd name="connsiteY3" fmla="*/ 1471607 h 2126376"/>
                <a:gd name="connsiteX4" fmla="*/ 720223 w 825960"/>
                <a:gd name="connsiteY4" fmla="*/ 2126130 h 2126376"/>
                <a:gd name="connsiteX5" fmla="*/ 223 w 825960"/>
                <a:gd name="connsiteY5" fmla="*/ 1406130 h 2126376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45334"/>
                <a:gd name="connsiteY0" fmla="*/ 1406130 h 2135814"/>
                <a:gd name="connsiteX1" fmla="*/ 802408 w 845334"/>
                <a:gd name="connsiteY1" fmla="*/ 0 h 2135814"/>
                <a:gd name="connsiteX2" fmla="*/ 768715 w 845334"/>
                <a:gd name="connsiteY2" fmla="*/ 759103 h 2135814"/>
                <a:gd name="connsiteX3" fmla="*/ 659433 w 845334"/>
                <a:gd name="connsiteY3" fmla="*/ 1471607 h 2135814"/>
                <a:gd name="connsiteX4" fmla="*/ 720279 w 845334"/>
                <a:gd name="connsiteY4" fmla="*/ 2126130 h 2135814"/>
                <a:gd name="connsiteX5" fmla="*/ 279 w 845334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087" h="2135814">
                  <a:moveTo>
                    <a:pt x="279" y="1406130"/>
                  </a:moveTo>
                  <a:cubicBezTo>
                    <a:pt x="13967" y="1051775"/>
                    <a:pt x="70935" y="1146630"/>
                    <a:pt x="802408" y="0"/>
                  </a:cubicBezTo>
                  <a:cubicBezTo>
                    <a:pt x="716109" y="519998"/>
                    <a:pt x="734791" y="409444"/>
                    <a:pt x="768715" y="759103"/>
                  </a:cubicBezTo>
                  <a:cubicBezTo>
                    <a:pt x="723017" y="1255840"/>
                    <a:pt x="655028" y="1177783"/>
                    <a:pt x="659433" y="1471607"/>
                  </a:cubicBezTo>
                  <a:cubicBezTo>
                    <a:pt x="726630" y="1783882"/>
                    <a:pt x="964605" y="2044846"/>
                    <a:pt x="720279" y="2126130"/>
                  </a:cubicBezTo>
                  <a:cubicBezTo>
                    <a:pt x="475953" y="2207414"/>
                    <a:pt x="-13409" y="1760485"/>
                    <a:pt x="279" y="1406130"/>
                  </a:cubicBezTo>
                  <a:close/>
                </a:path>
              </a:pathLst>
            </a:cu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88" name="新月形 2">
              <a:extLst>
                <a:ext uri="{FF2B5EF4-FFF2-40B4-BE49-F238E27FC236}">
                  <a16:creationId xmlns:a16="http://schemas.microsoft.com/office/drawing/2014/main" id="{63D28636-B6FC-49EA-9754-6585D55D46E8}"/>
                </a:ext>
              </a:extLst>
            </p:cNvPr>
            <p:cNvSpPr/>
            <p:nvPr/>
          </p:nvSpPr>
          <p:spPr>
            <a:xfrm rot="15307906">
              <a:off x="4739908" y="4997613"/>
              <a:ext cx="123678" cy="388073"/>
            </a:xfrm>
            <a:custGeom>
              <a:avLst/>
              <a:gdLst>
                <a:gd name="connsiteX0" fmla="*/ 109257 w 109257"/>
                <a:gd name="connsiteY0" fmla="*/ 283539 h 283539"/>
                <a:gd name="connsiteX1" fmla="*/ 0 w 109257"/>
                <a:gd name="connsiteY1" fmla="*/ 141769 h 283539"/>
                <a:gd name="connsiteX2" fmla="*/ 109257 w 109257"/>
                <a:gd name="connsiteY2" fmla="*/ -1 h 283539"/>
                <a:gd name="connsiteX3" fmla="*/ 38211 w 109257"/>
                <a:gd name="connsiteY3" fmla="*/ 141768 h 283539"/>
                <a:gd name="connsiteX4" fmla="*/ 109257 w 109257"/>
                <a:gd name="connsiteY4" fmla="*/ 283537 h 283539"/>
                <a:gd name="connsiteX5" fmla="*/ 109257 w 109257"/>
                <a:gd name="connsiteY5" fmla="*/ 283539 h 283539"/>
                <a:gd name="connsiteX0" fmla="*/ 110145 w 110145"/>
                <a:gd name="connsiteY0" fmla="*/ 317062 h 317062"/>
                <a:gd name="connsiteX1" fmla="*/ 888 w 110145"/>
                <a:gd name="connsiteY1" fmla="*/ 175292 h 317062"/>
                <a:gd name="connsiteX2" fmla="*/ 76316 w 110145"/>
                <a:gd name="connsiteY2" fmla="*/ 0 h 317062"/>
                <a:gd name="connsiteX3" fmla="*/ 39099 w 110145"/>
                <a:gd name="connsiteY3" fmla="*/ 175291 h 317062"/>
                <a:gd name="connsiteX4" fmla="*/ 110145 w 110145"/>
                <a:gd name="connsiteY4" fmla="*/ 317060 h 317062"/>
                <a:gd name="connsiteX5" fmla="*/ 110145 w 110145"/>
                <a:gd name="connsiteY5" fmla="*/ 317062 h 317062"/>
                <a:gd name="connsiteX0" fmla="*/ 85988 w 109377"/>
                <a:gd name="connsiteY0" fmla="*/ 357580 h 357580"/>
                <a:gd name="connsiteX1" fmla="*/ 120 w 109377"/>
                <a:gd name="connsiteY1" fmla="*/ 175292 h 357580"/>
                <a:gd name="connsiteX2" fmla="*/ 75548 w 109377"/>
                <a:gd name="connsiteY2" fmla="*/ 0 h 357580"/>
                <a:gd name="connsiteX3" fmla="*/ 38331 w 109377"/>
                <a:gd name="connsiteY3" fmla="*/ 175291 h 357580"/>
                <a:gd name="connsiteX4" fmla="*/ 109377 w 109377"/>
                <a:gd name="connsiteY4" fmla="*/ 317060 h 357580"/>
                <a:gd name="connsiteX5" fmla="*/ 85988 w 109377"/>
                <a:gd name="connsiteY5" fmla="*/ 357580 h 357580"/>
                <a:gd name="connsiteX0" fmla="*/ 85988 w 86525"/>
                <a:gd name="connsiteY0" fmla="*/ 357580 h 357580"/>
                <a:gd name="connsiteX1" fmla="*/ 120 w 86525"/>
                <a:gd name="connsiteY1" fmla="*/ 175292 h 357580"/>
                <a:gd name="connsiteX2" fmla="*/ 75548 w 86525"/>
                <a:gd name="connsiteY2" fmla="*/ 0 h 357580"/>
                <a:gd name="connsiteX3" fmla="*/ 38331 w 86525"/>
                <a:gd name="connsiteY3" fmla="*/ 175291 h 357580"/>
                <a:gd name="connsiteX4" fmla="*/ 85988 w 86525"/>
                <a:gd name="connsiteY4" fmla="*/ 357580 h 357580"/>
                <a:gd name="connsiteX0" fmla="*/ 64061 w 75473"/>
                <a:gd name="connsiteY0" fmla="*/ 366099 h 366099"/>
                <a:gd name="connsiteX1" fmla="*/ 45 w 75473"/>
                <a:gd name="connsiteY1" fmla="*/ 175292 h 366099"/>
                <a:gd name="connsiteX2" fmla="*/ 75473 w 75473"/>
                <a:gd name="connsiteY2" fmla="*/ 0 h 366099"/>
                <a:gd name="connsiteX3" fmla="*/ 38256 w 75473"/>
                <a:gd name="connsiteY3" fmla="*/ 175291 h 366099"/>
                <a:gd name="connsiteX4" fmla="*/ 64061 w 75473"/>
                <a:gd name="connsiteY4" fmla="*/ 366099 h 36609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72477 w 85489"/>
                <a:gd name="connsiteY0" fmla="*/ 384629 h 384629"/>
                <a:gd name="connsiteX1" fmla="*/ 50 w 85489"/>
                <a:gd name="connsiteY1" fmla="*/ 195544 h 384629"/>
                <a:gd name="connsiteX2" fmla="*/ 85489 w 85489"/>
                <a:gd name="connsiteY2" fmla="*/ 0 h 384629"/>
                <a:gd name="connsiteX3" fmla="*/ 46672 w 85489"/>
                <a:gd name="connsiteY3" fmla="*/ 193821 h 384629"/>
                <a:gd name="connsiteX4" fmla="*/ 72477 w 85489"/>
                <a:gd name="connsiteY4" fmla="*/ 384629 h 384629"/>
                <a:gd name="connsiteX0" fmla="*/ 72477 w 85489"/>
                <a:gd name="connsiteY0" fmla="*/ 384629 h 384629"/>
                <a:gd name="connsiteX1" fmla="*/ 50 w 85489"/>
                <a:gd name="connsiteY1" fmla="*/ 195544 h 384629"/>
                <a:gd name="connsiteX2" fmla="*/ 85489 w 85489"/>
                <a:gd name="connsiteY2" fmla="*/ 0 h 384629"/>
                <a:gd name="connsiteX3" fmla="*/ 31494 w 85489"/>
                <a:gd name="connsiteY3" fmla="*/ 188838 h 384629"/>
                <a:gd name="connsiteX4" fmla="*/ 72477 w 85489"/>
                <a:gd name="connsiteY4" fmla="*/ 384629 h 384629"/>
                <a:gd name="connsiteX0" fmla="*/ 55926 w 85760"/>
                <a:gd name="connsiteY0" fmla="*/ 388073 h 388073"/>
                <a:gd name="connsiteX1" fmla="*/ 321 w 85760"/>
                <a:gd name="connsiteY1" fmla="*/ 195544 h 388073"/>
                <a:gd name="connsiteX2" fmla="*/ 85760 w 85760"/>
                <a:gd name="connsiteY2" fmla="*/ 0 h 388073"/>
                <a:gd name="connsiteX3" fmla="*/ 31765 w 85760"/>
                <a:gd name="connsiteY3" fmla="*/ 188838 h 388073"/>
                <a:gd name="connsiteX4" fmla="*/ 55926 w 85760"/>
                <a:gd name="connsiteY4" fmla="*/ 388073 h 388073"/>
                <a:gd name="connsiteX0" fmla="*/ 93844 w 123678"/>
                <a:gd name="connsiteY0" fmla="*/ 388073 h 388073"/>
                <a:gd name="connsiteX1" fmla="*/ 193 w 123678"/>
                <a:gd name="connsiteY1" fmla="*/ 190370 h 388073"/>
                <a:gd name="connsiteX2" fmla="*/ 123678 w 123678"/>
                <a:gd name="connsiteY2" fmla="*/ 0 h 388073"/>
                <a:gd name="connsiteX3" fmla="*/ 69683 w 123678"/>
                <a:gd name="connsiteY3" fmla="*/ 188838 h 388073"/>
                <a:gd name="connsiteX4" fmla="*/ 93844 w 123678"/>
                <a:gd name="connsiteY4" fmla="*/ 388073 h 388073"/>
                <a:gd name="connsiteX0" fmla="*/ 93844 w 123678"/>
                <a:gd name="connsiteY0" fmla="*/ 388073 h 388073"/>
                <a:gd name="connsiteX1" fmla="*/ 193 w 123678"/>
                <a:gd name="connsiteY1" fmla="*/ 190370 h 388073"/>
                <a:gd name="connsiteX2" fmla="*/ 123678 w 123678"/>
                <a:gd name="connsiteY2" fmla="*/ 0 h 388073"/>
                <a:gd name="connsiteX3" fmla="*/ 26748 w 123678"/>
                <a:gd name="connsiteY3" fmla="*/ 202079 h 388073"/>
                <a:gd name="connsiteX4" fmla="*/ 93844 w 123678"/>
                <a:gd name="connsiteY4" fmla="*/ 388073 h 3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78" h="388073">
                  <a:moveTo>
                    <a:pt x="93844" y="388073"/>
                  </a:moveTo>
                  <a:cubicBezTo>
                    <a:pt x="87476" y="388073"/>
                    <a:pt x="-4779" y="255049"/>
                    <a:pt x="193" y="190370"/>
                  </a:cubicBezTo>
                  <a:cubicBezTo>
                    <a:pt x="5165" y="125691"/>
                    <a:pt x="76930" y="26880"/>
                    <a:pt x="123678" y="0"/>
                  </a:cubicBezTo>
                  <a:cubicBezTo>
                    <a:pt x="90658" y="41668"/>
                    <a:pt x="26748" y="140753"/>
                    <a:pt x="26748" y="202079"/>
                  </a:cubicBezTo>
                  <a:cubicBezTo>
                    <a:pt x="28488" y="261676"/>
                    <a:pt x="100212" y="388073"/>
                    <a:pt x="93844" y="388073"/>
                  </a:cubicBezTo>
                  <a:close/>
                </a:path>
              </a:pathLst>
            </a:custGeom>
            <a:solidFill>
              <a:schemeClr val="bg1">
                <a:alpha val="8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89" name="椭圆 3">
            <a:extLst>
              <a:ext uri="{FF2B5EF4-FFF2-40B4-BE49-F238E27FC236}">
                <a16:creationId xmlns:a16="http://schemas.microsoft.com/office/drawing/2014/main" id="{2C50E949-5030-44D8-BBF5-E9AD2F11A3DB}"/>
              </a:ext>
            </a:extLst>
          </p:cNvPr>
          <p:cNvSpPr/>
          <p:nvPr/>
        </p:nvSpPr>
        <p:spPr>
          <a:xfrm flipH="1">
            <a:off x="3527435" y="3678016"/>
            <a:ext cx="361751" cy="727814"/>
          </a:xfrm>
          <a:custGeom>
            <a:avLst/>
            <a:gdLst>
              <a:gd name="connsiteX0" fmla="*/ 0 w 1440000"/>
              <a:gd name="connsiteY0" fmla="*/ 720000 h 1440000"/>
              <a:gd name="connsiteX1" fmla="*/ 720000 w 1440000"/>
              <a:gd name="connsiteY1" fmla="*/ 0 h 1440000"/>
              <a:gd name="connsiteX2" fmla="*/ 1440000 w 1440000"/>
              <a:gd name="connsiteY2" fmla="*/ 720000 h 1440000"/>
              <a:gd name="connsiteX3" fmla="*/ 720000 w 1440000"/>
              <a:gd name="connsiteY3" fmla="*/ 1440000 h 1440000"/>
              <a:gd name="connsiteX4" fmla="*/ 0 w 1440000"/>
              <a:gd name="connsiteY4" fmla="*/ 720000 h 1440000"/>
              <a:gd name="connsiteX0" fmla="*/ 0 w 1440000"/>
              <a:gd name="connsiteY0" fmla="*/ 720452 h 1440452"/>
              <a:gd name="connsiteX1" fmla="*/ 720000 w 1440000"/>
              <a:gd name="connsiteY1" fmla="*/ 452 h 1440452"/>
              <a:gd name="connsiteX2" fmla="*/ 1440000 w 1440000"/>
              <a:gd name="connsiteY2" fmla="*/ 720452 h 1440452"/>
              <a:gd name="connsiteX3" fmla="*/ 720000 w 1440000"/>
              <a:gd name="connsiteY3" fmla="*/ 1440452 h 1440452"/>
              <a:gd name="connsiteX4" fmla="*/ 0 w 1440000"/>
              <a:gd name="connsiteY4" fmla="*/ 720452 h 1440452"/>
              <a:gd name="connsiteX0" fmla="*/ 13 w 1440013"/>
              <a:gd name="connsiteY0" fmla="*/ 1402319 h 2122319"/>
              <a:gd name="connsiteX1" fmla="*/ 734527 w 1440013"/>
              <a:gd name="connsiteY1" fmla="*/ 147 h 2122319"/>
              <a:gd name="connsiteX2" fmla="*/ 1440013 w 1440013"/>
              <a:gd name="connsiteY2" fmla="*/ 1402319 h 2122319"/>
              <a:gd name="connsiteX3" fmla="*/ 720013 w 1440013"/>
              <a:gd name="connsiteY3" fmla="*/ 2122319 h 2122319"/>
              <a:gd name="connsiteX4" fmla="*/ 13 w 1440013"/>
              <a:gd name="connsiteY4" fmla="*/ 1402319 h 2122319"/>
              <a:gd name="connsiteX0" fmla="*/ 13 w 1440013"/>
              <a:gd name="connsiteY0" fmla="*/ 1569822 h 2289822"/>
              <a:gd name="connsiteX1" fmla="*/ 734527 w 1440013"/>
              <a:gd name="connsiteY1" fmla="*/ 167650 h 2289822"/>
              <a:gd name="connsiteX2" fmla="*/ 1440013 w 1440013"/>
              <a:gd name="connsiteY2" fmla="*/ 1569822 h 2289822"/>
              <a:gd name="connsiteX3" fmla="*/ 720013 w 1440013"/>
              <a:gd name="connsiteY3" fmla="*/ 2289822 h 2289822"/>
              <a:gd name="connsiteX4" fmla="*/ 13 w 1440013"/>
              <a:gd name="connsiteY4" fmla="*/ 1569822 h 2289822"/>
              <a:gd name="connsiteX0" fmla="*/ 13 w 1440013"/>
              <a:gd name="connsiteY0" fmla="*/ 1569822 h 2289822"/>
              <a:gd name="connsiteX1" fmla="*/ 734527 w 1440013"/>
              <a:gd name="connsiteY1" fmla="*/ 167650 h 2289822"/>
              <a:gd name="connsiteX2" fmla="*/ 1440013 w 1440013"/>
              <a:gd name="connsiteY2" fmla="*/ 1569822 h 2289822"/>
              <a:gd name="connsiteX3" fmla="*/ 720013 w 1440013"/>
              <a:gd name="connsiteY3" fmla="*/ 2289822 h 2289822"/>
              <a:gd name="connsiteX4" fmla="*/ 13 w 1440013"/>
              <a:gd name="connsiteY4" fmla="*/ 1569822 h 2289822"/>
              <a:gd name="connsiteX0" fmla="*/ 13 w 1440013"/>
              <a:gd name="connsiteY0" fmla="*/ 1402172 h 2122172"/>
              <a:gd name="connsiteX1" fmla="*/ 734527 w 1440013"/>
              <a:gd name="connsiteY1" fmla="*/ 0 h 2122172"/>
              <a:gd name="connsiteX2" fmla="*/ 1440013 w 1440013"/>
              <a:gd name="connsiteY2" fmla="*/ 1402172 h 2122172"/>
              <a:gd name="connsiteX3" fmla="*/ 720013 w 1440013"/>
              <a:gd name="connsiteY3" fmla="*/ 2122172 h 2122172"/>
              <a:gd name="connsiteX4" fmla="*/ 13 w 1440013"/>
              <a:gd name="connsiteY4" fmla="*/ 1402172 h 2122172"/>
              <a:gd name="connsiteX0" fmla="*/ 13 w 1453616"/>
              <a:gd name="connsiteY0" fmla="*/ 1420592 h 2140592"/>
              <a:gd name="connsiteX1" fmla="*/ 734527 w 1453616"/>
              <a:gd name="connsiteY1" fmla="*/ 18420 h 2140592"/>
              <a:gd name="connsiteX2" fmla="*/ 1157218 w 1453616"/>
              <a:gd name="connsiteY2" fmla="*/ 670657 h 2140592"/>
              <a:gd name="connsiteX3" fmla="*/ 1440013 w 1453616"/>
              <a:gd name="connsiteY3" fmla="*/ 1420592 h 2140592"/>
              <a:gd name="connsiteX4" fmla="*/ 720013 w 1453616"/>
              <a:gd name="connsiteY4" fmla="*/ 2140592 h 2140592"/>
              <a:gd name="connsiteX5" fmla="*/ 13 w 1453616"/>
              <a:gd name="connsiteY5" fmla="*/ 1420592 h 2140592"/>
              <a:gd name="connsiteX0" fmla="*/ 13 w 1453616"/>
              <a:gd name="connsiteY0" fmla="*/ 1402172 h 2122172"/>
              <a:gd name="connsiteX1" fmla="*/ 734527 w 1453616"/>
              <a:gd name="connsiteY1" fmla="*/ 0 h 2122172"/>
              <a:gd name="connsiteX2" fmla="*/ 1157218 w 1453616"/>
              <a:gd name="connsiteY2" fmla="*/ 652237 h 2122172"/>
              <a:gd name="connsiteX3" fmla="*/ 1440013 w 1453616"/>
              <a:gd name="connsiteY3" fmla="*/ 1402172 h 2122172"/>
              <a:gd name="connsiteX4" fmla="*/ 720013 w 1453616"/>
              <a:gd name="connsiteY4" fmla="*/ 2122172 h 2122172"/>
              <a:gd name="connsiteX5" fmla="*/ 13 w 1453616"/>
              <a:gd name="connsiteY5" fmla="*/ 1402172 h 2122172"/>
              <a:gd name="connsiteX0" fmla="*/ 13 w 1449059"/>
              <a:gd name="connsiteY0" fmla="*/ 1402172 h 2122172"/>
              <a:gd name="connsiteX1" fmla="*/ 734527 w 1449059"/>
              <a:gd name="connsiteY1" fmla="*/ 0 h 2122172"/>
              <a:gd name="connsiteX2" fmla="*/ 1007500 w 1449059"/>
              <a:gd name="connsiteY2" fmla="*/ 755146 h 2122172"/>
              <a:gd name="connsiteX3" fmla="*/ 1440013 w 1449059"/>
              <a:gd name="connsiteY3" fmla="*/ 1402172 h 2122172"/>
              <a:gd name="connsiteX4" fmla="*/ 720013 w 1449059"/>
              <a:gd name="connsiteY4" fmla="*/ 2122172 h 2122172"/>
              <a:gd name="connsiteX5" fmla="*/ 13 w 1449059"/>
              <a:gd name="connsiteY5" fmla="*/ 1402172 h 2122172"/>
              <a:gd name="connsiteX0" fmla="*/ 13 w 1440013"/>
              <a:gd name="connsiteY0" fmla="*/ 1402172 h 2122172"/>
              <a:gd name="connsiteX1" fmla="*/ 734527 w 1440013"/>
              <a:gd name="connsiteY1" fmla="*/ 0 h 2122172"/>
              <a:gd name="connsiteX2" fmla="*/ 1007500 w 1440013"/>
              <a:gd name="connsiteY2" fmla="*/ 755146 h 2122172"/>
              <a:gd name="connsiteX3" fmla="*/ 1440013 w 1440013"/>
              <a:gd name="connsiteY3" fmla="*/ 1402172 h 2122172"/>
              <a:gd name="connsiteX4" fmla="*/ 720013 w 1440013"/>
              <a:gd name="connsiteY4" fmla="*/ 2122172 h 2122172"/>
              <a:gd name="connsiteX5" fmla="*/ 13 w 1440013"/>
              <a:gd name="connsiteY5" fmla="*/ 1402172 h 2122172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402 w 1440402"/>
              <a:gd name="connsiteY0" fmla="*/ 1406130 h 2126130"/>
              <a:gd name="connsiteX1" fmla="*/ 802531 w 1440402"/>
              <a:gd name="connsiteY1" fmla="*/ 0 h 2126130"/>
              <a:gd name="connsiteX2" fmla="*/ 1007889 w 1440402"/>
              <a:gd name="connsiteY2" fmla="*/ 759104 h 2126130"/>
              <a:gd name="connsiteX3" fmla="*/ 1440402 w 1440402"/>
              <a:gd name="connsiteY3" fmla="*/ 1406130 h 2126130"/>
              <a:gd name="connsiteX4" fmla="*/ 720402 w 1440402"/>
              <a:gd name="connsiteY4" fmla="*/ 2126130 h 2126130"/>
              <a:gd name="connsiteX5" fmla="*/ 402 w 1440402"/>
              <a:gd name="connsiteY5" fmla="*/ 1406130 h 2126130"/>
              <a:gd name="connsiteX0" fmla="*/ 276 w 1406469"/>
              <a:gd name="connsiteY0" fmla="*/ 1406130 h 2126138"/>
              <a:gd name="connsiteX1" fmla="*/ 802405 w 1406469"/>
              <a:gd name="connsiteY1" fmla="*/ 0 h 2126138"/>
              <a:gd name="connsiteX2" fmla="*/ 1007763 w 1406469"/>
              <a:gd name="connsiteY2" fmla="*/ 759104 h 2126138"/>
              <a:gd name="connsiteX3" fmla="*/ 1406468 w 1406469"/>
              <a:gd name="connsiteY3" fmla="*/ 1421962 h 2126138"/>
              <a:gd name="connsiteX4" fmla="*/ 720276 w 1406469"/>
              <a:gd name="connsiteY4" fmla="*/ 2126130 h 2126138"/>
              <a:gd name="connsiteX5" fmla="*/ 276 w 1406469"/>
              <a:gd name="connsiteY5" fmla="*/ 1406130 h 2126138"/>
              <a:gd name="connsiteX0" fmla="*/ 276 w 1409106"/>
              <a:gd name="connsiteY0" fmla="*/ 1406130 h 2126141"/>
              <a:gd name="connsiteX1" fmla="*/ 802405 w 1409106"/>
              <a:gd name="connsiteY1" fmla="*/ 0 h 2126141"/>
              <a:gd name="connsiteX2" fmla="*/ 1007763 w 1409106"/>
              <a:gd name="connsiteY2" fmla="*/ 759104 h 2126141"/>
              <a:gd name="connsiteX3" fmla="*/ 1406468 w 1409106"/>
              <a:gd name="connsiteY3" fmla="*/ 1421962 h 2126141"/>
              <a:gd name="connsiteX4" fmla="*/ 720276 w 1409106"/>
              <a:gd name="connsiteY4" fmla="*/ 2126130 h 2126141"/>
              <a:gd name="connsiteX5" fmla="*/ 276 w 1409106"/>
              <a:gd name="connsiteY5" fmla="*/ 1406130 h 2126141"/>
              <a:gd name="connsiteX0" fmla="*/ 369 w 1410033"/>
              <a:gd name="connsiteY0" fmla="*/ 1406130 h 2126141"/>
              <a:gd name="connsiteX1" fmla="*/ 802498 w 1410033"/>
              <a:gd name="connsiteY1" fmla="*/ 0 h 2126141"/>
              <a:gd name="connsiteX2" fmla="*/ 1007856 w 1410033"/>
              <a:gd name="connsiteY2" fmla="*/ 759104 h 2126141"/>
              <a:gd name="connsiteX3" fmla="*/ 1406561 w 1410033"/>
              <a:gd name="connsiteY3" fmla="*/ 1421962 h 2126141"/>
              <a:gd name="connsiteX4" fmla="*/ 720369 w 1410033"/>
              <a:gd name="connsiteY4" fmla="*/ 2126130 h 2126141"/>
              <a:gd name="connsiteX5" fmla="*/ 369 w 1410033"/>
              <a:gd name="connsiteY5" fmla="*/ 1406130 h 2126141"/>
              <a:gd name="connsiteX0" fmla="*/ 369 w 1414195"/>
              <a:gd name="connsiteY0" fmla="*/ 1406130 h 2126143"/>
              <a:gd name="connsiteX1" fmla="*/ 802498 w 1414195"/>
              <a:gd name="connsiteY1" fmla="*/ 0 h 2126143"/>
              <a:gd name="connsiteX2" fmla="*/ 1007856 w 1414195"/>
              <a:gd name="connsiteY2" fmla="*/ 759104 h 2126143"/>
              <a:gd name="connsiteX3" fmla="*/ 1406561 w 1414195"/>
              <a:gd name="connsiteY3" fmla="*/ 1421962 h 2126143"/>
              <a:gd name="connsiteX4" fmla="*/ 720369 w 1414195"/>
              <a:gd name="connsiteY4" fmla="*/ 2126130 h 2126143"/>
              <a:gd name="connsiteX5" fmla="*/ 369 w 1414195"/>
              <a:gd name="connsiteY5" fmla="*/ 1406130 h 2126143"/>
              <a:gd name="connsiteX0" fmla="*/ 369 w 1414195"/>
              <a:gd name="connsiteY0" fmla="*/ 1406130 h 2126143"/>
              <a:gd name="connsiteX1" fmla="*/ 802498 w 1414195"/>
              <a:gd name="connsiteY1" fmla="*/ 0 h 2126143"/>
              <a:gd name="connsiteX2" fmla="*/ 1007856 w 1414195"/>
              <a:gd name="connsiteY2" fmla="*/ 759104 h 2126143"/>
              <a:gd name="connsiteX3" fmla="*/ 1406561 w 1414195"/>
              <a:gd name="connsiteY3" fmla="*/ 1421962 h 2126143"/>
              <a:gd name="connsiteX4" fmla="*/ 720369 w 1414195"/>
              <a:gd name="connsiteY4" fmla="*/ 2126130 h 2126143"/>
              <a:gd name="connsiteX5" fmla="*/ 369 w 1414195"/>
              <a:gd name="connsiteY5" fmla="*/ 1406130 h 2126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4195" h="2126143">
                <a:moveTo>
                  <a:pt x="369" y="1406130"/>
                </a:moveTo>
                <a:cubicBezTo>
                  <a:pt x="14057" y="1051775"/>
                  <a:pt x="71025" y="1146630"/>
                  <a:pt x="802498" y="0"/>
                </a:cubicBezTo>
                <a:cubicBezTo>
                  <a:pt x="884286" y="654750"/>
                  <a:pt x="962721" y="671857"/>
                  <a:pt x="1007856" y="759104"/>
                </a:cubicBezTo>
                <a:cubicBezTo>
                  <a:pt x="1410383" y="1305488"/>
                  <a:pt x="1402154" y="1355088"/>
                  <a:pt x="1406561" y="1421962"/>
                </a:cubicBezTo>
                <a:cubicBezTo>
                  <a:pt x="1473758" y="1734237"/>
                  <a:pt x="1085130" y="2128769"/>
                  <a:pt x="720369" y="2126130"/>
                </a:cubicBezTo>
                <a:cubicBezTo>
                  <a:pt x="355608" y="2123491"/>
                  <a:pt x="-13319" y="1760485"/>
                  <a:pt x="369" y="1406130"/>
                </a:cubicBezTo>
                <a:close/>
              </a:path>
            </a:pathLst>
          </a:custGeom>
          <a:solidFill>
            <a:srgbClr val="7ACDEF"/>
          </a:solidFill>
          <a:ln>
            <a:solidFill>
              <a:schemeClr val="bg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F95DAC-7824-46E5-816F-23E6211EDBEF}"/>
              </a:ext>
            </a:extLst>
          </p:cNvPr>
          <p:cNvGrpSpPr/>
          <p:nvPr/>
        </p:nvGrpSpPr>
        <p:grpSpPr>
          <a:xfrm>
            <a:off x="3855475" y="3774974"/>
            <a:ext cx="401520" cy="683727"/>
            <a:chOff x="4900446" y="3299216"/>
            <a:chExt cx="401520" cy="683727"/>
          </a:xfrm>
        </p:grpSpPr>
        <p:sp>
          <p:nvSpPr>
            <p:cNvPr id="91" name="椭圆 3">
              <a:extLst>
                <a:ext uri="{FF2B5EF4-FFF2-40B4-BE49-F238E27FC236}">
                  <a16:creationId xmlns:a16="http://schemas.microsoft.com/office/drawing/2014/main" id="{37B2A566-34E8-496F-A4DB-65E3E911C828}"/>
                </a:ext>
              </a:extLst>
            </p:cNvPr>
            <p:cNvSpPr/>
            <p:nvPr/>
          </p:nvSpPr>
          <p:spPr>
            <a:xfrm flipH="1">
              <a:off x="5170369" y="3299216"/>
              <a:ext cx="131597" cy="588150"/>
            </a:xfrm>
            <a:custGeom>
              <a:avLst/>
              <a:gdLst>
                <a:gd name="connsiteX0" fmla="*/ 0 w 1440000"/>
                <a:gd name="connsiteY0" fmla="*/ 720000 h 1440000"/>
                <a:gd name="connsiteX1" fmla="*/ 720000 w 1440000"/>
                <a:gd name="connsiteY1" fmla="*/ 0 h 1440000"/>
                <a:gd name="connsiteX2" fmla="*/ 1440000 w 1440000"/>
                <a:gd name="connsiteY2" fmla="*/ 720000 h 1440000"/>
                <a:gd name="connsiteX3" fmla="*/ 720000 w 1440000"/>
                <a:gd name="connsiteY3" fmla="*/ 1440000 h 1440000"/>
                <a:gd name="connsiteX4" fmla="*/ 0 w 1440000"/>
                <a:gd name="connsiteY4" fmla="*/ 720000 h 1440000"/>
                <a:gd name="connsiteX0" fmla="*/ 0 w 1440000"/>
                <a:gd name="connsiteY0" fmla="*/ 720452 h 1440452"/>
                <a:gd name="connsiteX1" fmla="*/ 720000 w 1440000"/>
                <a:gd name="connsiteY1" fmla="*/ 452 h 1440452"/>
                <a:gd name="connsiteX2" fmla="*/ 1440000 w 1440000"/>
                <a:gd name="connsiteY2" fmla="*/ 720452 h 1440452"/>
                <a:gd name="connsiteX3" fmla="*/ 720000 w 1440000"/>
                <a:gd name="connsiteY3" fmla="*/ 1440452 h 1440452"/>
                <a:gd name="connsiteX4" fmla="*/ 0 w 1440000"/>
                <a:gd name="connsiteY4" fmla="*/ 720452 h 1440452"/>
                <a:gd name="connsiteX0" fmla="*/ 13 w 1440013"/>
                <a:gd name="connsiteY0" fmla="*/ 1402319 h 2122319"/>
                <a:gd name="connsiteX1" fmla="*/ 734527 w 1440013"/>
                <a:gd name="connsiteY1" fmla="*/ 147 h 2122319"/>
                <a:gd name="connsiteX2" fmla="*/ 1440013 w 1440013"/>
                <a:gd name="connsiteY2" fmla="*/ 1402319 h 2122319"/>
                <a:gd name="connsiteX3" fmla="*/ 720013 w 1440013"/>
                <a:gd name="connsiteY3" fmla="*/ 2122319 h 2122319"/>
                <a:gd name="connsiteX4" fmla="*/ 13 w 1440013"/>
                <a:gd name="connsiteY4" fmla="*/ 1402319 h 2122319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440013 w 1440013"/>
                <a:gd name="connsiteY2" fmla="*/ 1402172 h 2122172"/>
                <a:gd name="connsiteX3" fmla="*/ 720013 w 1440013"/>
                <a:gd name="connsiteY3" fmla="*/ 2122172 h 2122172"/>
                <a:gd name="connsiteX4" fmla="*/ 13 w 1440013"/>
                <a:gd name="connsiteY4" fmla="*/ 1402172 h 2122172"/>
                <a:gd name="connsiteX0" fmla="*/ 13 w 1453616"/>
                <a:gd name="connsiteY0" fmla="*/ 1420592 h 2140592"/>
                <a:gd name="connsiteX1" fmla="*/ 734527 w 1453616"/>
                <a:gd name="connsiteY1" fmla="*/ 18420 h 2140592"/>
                <a:gd name="connsiteX2" fmla="*/ 1157218 w 1453616"/>
                <a:gd name="connsiteY2" fmla="*/ 670657 h 2140592"/>
                <a:gd name="connsiteX3" fmla="*/ 1440013 w 1453616"/>
                <a:gd name="connsiteY3" fmla="*/ 1420592 h 2140592"/>
                <a:gd name="connsiteX4" fmla="*/ 720013 w 1453616"/>
                <a:gd name="connsiteY4" fmla="*/ 2140592 h 2140592"/>
                <a:gd name="connsiteX5" fmla="*/ 13 w 1453616"/>
                <a:gd name="connsiteY5" fmla="*/ 1420592 h 2140592"/>
                <a:gd name="connsiteX0" fmla="*/ 13 w 1453616"/>
                <a:gd name="connsiteY0" fmla="*/ 1402172 h 2122172"/>
                <a:gd name="connsiteX1" fmla="*/ 734527 w 1453616"/>
                <a:gd name="connsiteY1" fmla="*/ 0 h 2122172"/>
                <a:gd name="connsiteX2" fmla="*/ 1157218 w 1453616"/>
                <a:gd name="connsiteY2" fmla="*/ 652237 h 2122172"/>
                <a:gd name="connsiteX3" fmla="*/ 1440013 w 1453616"/>
                <a:gd name="connsiteY3" fmla="*/ 1402172 h 2122172"/>
                <a:gd name="connsiteX4" fmla="*/ 720013 w 1453616"/>
                <a:gd name="connsiteY4" fmla="*/ 2122172 h 2122172"/>
                <a:gd name="connsiteX5" fmla="*/ 13 w 1453616"/>
                <a:gd name="connsiteY5" fmla="*/ 1402172 h 2122172"/>
                <a:gd name="connsiteX0" fmla="*/ 13 w 1449059"/>
                <a:gd name="connsiteY0" fmla="*/ 1402172 h 2122172"/>
                <a:gd name="connsiteX1" fmla="*/ 734527 w 1449059"/>
                <a:gd name="connsiteY1" fmla="*/ 0 h 2122172"/>
                <a:gd name="connsiteX2" fmla="*/ 1007500 w 1449059"/>
                <a:gd name="connsiteY2" fmla="*/ 755146 h 2122172"/>
                <a:gd name="connsiteX3" fmla="*/ 1440013 w 1449059"/>
                <a:gd name="connsiteY3" fmla="*/ 1402172 h 2122172"/>
                <a:gd name="connsiteX4" fmla="*/ 720013 w 1449059"/>
                <a:gd name="connsiteY4" fmla="*/ 2122172 h 2122172"/>
                <a:gd name="connsiteX5" fmla="*/ 13 w 1449059"/>
                <a:gd name="connsiteY5" fmla="*/ 1402172 h 212217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007500 w 1440013"/>
                <a:gd name="connsiteY2" fmla="*/ 755146 h 2122172"/>
                <a:gd name="connsiteX3" fmla="*/ 1440013 w 1440013"/>
                <a:gd name="connsiteY3" fmla="*/ 1402172 h 2122172"/>
                <a:gd name="connsiteX4" fmla="*/ 720013 w 1440013"/>
                <a:gd name="connsiteY4" fmla="*/ 2122172 h 2122172"/>
                <a:gd name="connsiteX5" fmla="*/ 13 w 1440013"/>
                <a:gd name="connsiteY5" fmla="*/ 1402172 h 2122172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276 w 1406469"/>
                <a:gd name="connsiteY0" fmla="*/ 1406130 h 2126138"/>
                <a:gd name="connsiteX1" fmla="*/ 802405 w 1406469"/>
                <a:gd name="connsiteY1" fmla="*/ 0 h 2126138"/>
                <a:gd name="connsiteX2" fmla="*/ 1007763 w 1406469"/>
                <a:gd name="connsiteY2" fmla="*/ 759104 h 2126138"/>
                <a:gd name="connsiteX3" fmla="*/ 1406468 w 1406469"/>
                <a:gd name="connsiteY3" fmla="*/ 1421962 h 2126138"/>
                <a:gd name="connsiteX4" fmla="*/ 720276 w 1406469"/>
                <a:gd name="connsiteY4" fmla="*/ 2126130 h 2126138"/>
                <a:gd name="connsiteX5" fmla="*/ 276 w 1406469"/>
                <a:gd name="connsiteY5" fmla="*/ 1406130 h 2126138"/>
                <a:gd name="connsiteX0" fmla="*/ 276 w 1409106"/>
                <a:gd name="connsiteY0" fmla="*/ 1406130 h 2126141"/>
                <a:gd name="connsiteX1" fmla="*/ 802405 w 1409106"/>
                <a:gd name="connsiteY1" fmla="*/ 0 h 2126141"/>
                <a:gd name="connsiteX2" fmla="*/ 1007763 w 1409106"/>
                <a:gd name="connsiteY2" fmla="*/ 759104 h 2126141"/>
                <a:gd name="connsiteX3" fmla="*/ 1406468 w 1409106"/>
                <a:gd name="connsiteY3" fmla="*/ 1421962 h 2126141"/>
                <a:gd name="connsiteX4" fmla="*/ 720276 w 1409106"/>
                <a:gd name="connsiteY4" fmla="*/ 2126130 h 2126141"/>
                <a:gd name="connsiteX5" fmla="*/ 276 w 1409106"/>
                <a:gd name="connsiteY5" fmla="*/ 1406130 h 2126141"/>
                <a:gd name="connsiteX0" fmla="*/ 369 w 1410033"/>
                <a:gd name="connsiteY0" fmla="*/ 1406130 h 2126141"/>
                <a:gd name="connsiteX1" fmla="*/ 802498 w 1410033"/>
                <a:gd name="connsiteY1" fmla="*/ 0 h 2126141"/>
                <a:gd name="connsiteX2" fmla="*/ 1007856 w 1410033"/>
                <a:gd name="connsiteY2" fmla="*/ 759104 h 2126141"/>
                <a:gd name="connsiteX3" fmla="*/ 1406561 w 1410033"/>
                <a:gd name="connsiteY3" fmla="*/ 1421962 h 2126141"/>
                <a:gd name="connsiteX4" fmla="*/ 720369 w 1410033"/>
                <a:gd name="connsiteY4" fmla="*/ 2126130 h 2126141"/>
                <a:gd name="connsiteX5" fmla="*/ 369 w 1410033"/>
                <a:gd name="connsiteY5" fmla="*/ 1406130 h 2126141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251 w 1215527"/>
                <a:gd name="connsiteY0" fmla="*/ 1406130 h 2126143"/>
                <a:gd name="connsiteX1" fmla="*/ 802380 w 1215527"/>
                <a:gd name="connsiteY1" fmla="*/ 0 h 2126143"/>
                <a:gd name="connsiteX2" fmla="*/ 1007738 w 1215527"/>
                <a:gd name="connsiteY2" fmla="*/ 759104 h 2126143"/>
                <a:gd name="connsiteX3" fmla="*/ 1107628 w 1215527"/>
                <a:gd name="connsiteY3" fmla="*/ 1421961 h 2126143"/>
                <a:gd name="connsiteX4" fmla="*/ 720251 w 1215527"/>
                <a:gd name="connsiteY4" fmla="*/ 2126130 h 2126143"/>
                <a:gd name="connsiteX5" fmla="*/ 251 w 1215527"/>
                <a:gd name="connsiteY5" fmla="*/ 1406130 h 2126143"/>
                <a:gd name="connsiteX0" fmla="*/ 251 w 1118132"/>
                <a:gd name="connsiteY0" fmla="*/ 1406130 h 2126143"/>
                <a:gd name="connsiteX1" fmla="*/ 802380 w 1118132"/>
                <a:gd name="connsiteY1" fmla="*/ 0 h 2126143"/>
                <a:gd name="connsiteX2" fmla="*/ 768687 w 1118132"/>
                <a:gd name="connsiteY2" fmla="*/ 759103 h 2126143"/>
                <a:gd name="connsiteX3" fmla="*/ 1107628 w 1118132"/>
                <a:gd name="connsiteY3" fmla="*/ 1421961 h 2126143"/>
                <a:gd name="connsiteX4" fmla="*/ 720251 w 1118132"/>
                <a:gd name="connsiteY4" fmla="*/ 2126130 h 2126143"/>
                <a:gd name="connsiteX5" fmla="*/ 251 w 1118132"/>
                <a:gd name="connsiteY5" fmla="*/ 1406130 h 2126143"/>
                <a:gd name="connsiteX0" fmla="*/ 232 w 966550"/>
                <a:gd name="connsiteY0" fmla="*/ 1406130 h 2126322"/>
                <a:gd name="connsiteX1" fmla="*/ 802361 w 966550"/>
                <a:gd name="connsiteY1" fmla="*/ 0 h 2126322"/>
                <a:gd name="connsiteX2" fmla="*/ 768668 w 966550"/>
                <a:gd name="connsiteY2" fmla="*/ 759103 h 2126322"/>
                <a:gd name="connsiteX3" fmla="*/ 838675 w 966550"/>
                <a:gd name="connsiteY3" fmla="*/ 1464516 h 2126322"/>
                <a:gd name="connsiteX4" fmla="*/ 720232 w 966550"/>
                <a:gd name="connsiteY4" fmla="*/ 2126130 h 2126322"/>
                <a:gd name="connsiteX5" fmla="*/ 232 w 966550"/>
                <a:gd name="connsiteY5" fmla="*/ 1406130 h 2126322"/>
                <a:gd name="connsiteX0" fmla="*/ 232 w 939953"/>
                <a:gd name="connsiteY0" fmla="*/ 1406130 h 2126322"/>
                <a:gd name="connsiteX1" fmla="*/ 802361 w 939953"/>
                <a:gd name="connsiteY1" fmla="*/ 0 h 2126322"/>
                <a:gd name="connsiteX2" fmla="*/ 768668 w 939953"/>
                <a:gd name="connsiteY2" fmla="*/ 759103 h 2126322"/>
                <a:gd name="connsiteX3" fmla="*/ 838675 w 939953"/>
                <a:gd name="connsiteY3" fmla="*/ 1464516 h 2126322"/>
                <a:gd name="connsiteX4" fmla="*/ 720232 w 939953"/>
                <a:gd name="connsiteY4" fmla="*/ 2126130 h 2126322"/>
                <a:gd name="connsiteX5" fmla="*/ 232 w 939953"/>
                <a:gd name="connsiteY5" fmla="*/ 1406130 h 2126322"/>
                <a:gd name="connsiteX0" fmla="*/ 232 w 869145"/>
                <a:gd name="connsiteY0" fmla="*/ 1406130 h 2126322"/>
                <a:gd name="connsiteX1" fmla="*/ 802361 w 869145"/>
                <a:gd name="connsiteY1" fmla="*/ 0 h 2126322"/>
                <a:gd name="connsiteX2" fmla="*/ 768668 w 869145"/>
                <a:gd name="connsiteY2" fmla="*/ 759103 h 2126322"/>
                <a:gd name="connsiteX3" fmla="*/ 838675 w 869145"/>
                <a:gd name="connsiteY3" fmla="*/ 1464516 h 2126322"/>
                <a:gd name="connsiteX4" fmla="*/ 720232 w 869145"/>
                <a:gd name="connsiteY4" fmla="*/ 2126130 h 2126322"/>
                <a:gd name="connsiteX5" fmla="*/ 232 w 869145"/>
                <a:gd name="connsiteY5" fmla="*/ 1406130 h 2126322"/>
                <a:gd name="connsiteX0" fmla="*/ 223 w 825960"/>
                <a:gd name="connsiteY0" fmla="*/ 1406130 h 2126376"/>
                <a:gd name="connsiteX1" fmla="*/ 802352 w 825960"/>
                <a:gd name="connsiteY1" fmla="*/ 0 h 2126376"/>
                <a:gd name="connsiteX2" fmla="*/ 768659 w 825960"/>
                <a:gd name="connsiteY2" fmla="*/ 759103 h 2126376"/>
                <a:gd name="connsiteX3" fmla="*/ 659377 w 825960"/>
                <a:gd name="connsiteY3" fmla="*/ 1471607 h 2126376"/>
                <a:gd name="connsiteX4" fmla="*/ 720223 w 825960"/>
                <a:gd name="connsiteY4" fmla="*/ 2126130 h 2126376"/>
                <a:gd name="connsiteX5" fmla="*/ 223 w 825960"/>
                <a:gd name="connsiteY5" fmla="*/ 1406130 h 2126376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45334"/>
                <a:gd name="connsiteY0" fmla="*/ 1406130 h 2135814"/>
                <a:gd name="connsiteX1" fmla="*/ 802408 w 845334"/>
                <a:gd name="connsiteY1" fmla="*/ 0 h 2135814"/>
                <a:gd name="connsiteX2" fmla="*/ 768715 w 845334"/>
                <a:gd name="connsiteY2" fmla="*/ 759103 h 2135814"/>
                <a:gd name="connsiteX3" fmla="*/ 659433 w 845334"/>
                <a:gd name="connsiteY3" fmla="*/ 1471607 h 2135814"/>
                <a:gd name="connsiteX4" fmla="*/ 720279 w 845334"/>
                <a:gd name="connsiteY4" fmla="*/ 2126130 h 2135814"/>
                <a:gd name="connsiteX5" fmla="*/ 279 w 845334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087" h="2135814">
                  <a:moveTo>
                    <a:pt x="279" y="1406130"/>
                  </a:moveTo>
                  <a:cubicBezTo>
                    <a:pt x="13967" y="1051775"/>
                    <a:pt x="70935" y="1146630"/>
                    <a:pt x="802408" y="0"/>
                  </a:cubicBezTo>
                  <a:cubicBezTo>
                    <a:pt x="716109" y="519998"/>
                    <a:pt x="734791" y="409444"/>
                    <a:pt x="768715" y="759103"/>
                  </a:cubicBezTo>
                  <a:cubicBezTo>
                    <a:pt x="723017" y="1255840"/>
                    <a:pt x="655028" y="1177783"/>
                    <a:pt x="659433" y="1471607"/>
                  </a:cubicBezTo>
                  <a:cubicBezTo>
                    <a:pt x="726630" y="1783882"/>
                    <a:pt x="964605" y="2044846"/>
                    <a:pt x="720279" y="2126130"/>
                  </a:cubicBezTo>
                  <a:cubicBezTo>
                    <a:pt x="475953" y="2207414"/>
                    <a:pt x="-13409" y="1760485"/>
                    <a:pt x="279" y="1406130"/>
                  </a:cubicBezTo>
                  <a:close/>
                </a:path>
              </a:pathLst>
            </a:cu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92" name="新月形 2">
              <a:extLst>
                <a:ext uri="{FF2B5EF4-FFF2-40B4-BE49-F238E27FC236}">
                  <a16:creationId xmlns:a16="http://schemas.microsoft.com/office/drawing/2014/main" id="{5797434D-C6E0-4E9D-90AD-96983DD2C541}"/>
                </a:ext>
              </a:extLst>
            </p:cNvPr>
            <p:cNvSpPr/>
            <p:nvPr/>
          </p:nvSpPr>
          <p:spPr>
            <a:xfrm rot="6292094" flipH="1">
              <a:off x="4994834" y="3787119"/>
              <a:ext cx="101436" cy="290211"/>
            </a:xfrm>
            <a:custGeom>
              <a:avLst/>
              <a:gdLst>
                <a:gd name="connsiteX0" fmla="*/ 109257 w 109257"/>
                <a:gd name="connsiteY0" fmla="*/ 283539 h 283539"/>
                <a:gd name="connsiteX1" fmla="*/ 0 w 109257"/>
                <a:gd name="connsiteY1" fmla="*/ 141769 h 283539"/>
                <a:gd name="connsiteX2" fmla="*/ 109257 w 109257"/>
                <a:gd name="connsiteY2" fmla="*/ -1 h 283539"/>
                <a:gd name="connsiteX3" fmla="*/ 38211 w 109257"/>
                <a:gd name="connsiteY3" fmla="*/ 141768 h 283539"/>
                <a:gd name="connsiteX4" fmla="*/ 109257 w 109257"/>
                <a:gd name="connsiteY4" fmla="*/ 283537 h 283539"/>
                <a:gd name="connsiteX5" fmla="*/ 109257 w 109257"/>
                <a:gd name="connsiteY5" fmla="*/ 283539 h 283539"/>
                <a:gd name="connsiteX0" fmla="*/ 110145 w 110145"/>
                <a:gd name="connsiteY0" fmla="*/ 317062 h 317062"/>
                <a:gd name="connsiteX1" fmla="*/ 888 w 110145"/>
                <a:gd name="connsiteY1" fmla="*/ 175292 h 317062"/>
                <a:gd name="connsiteX2" fmla="*/ 76316 w 110145"/>
                <a:gd name="connsiteY2" fmla="*/ 0 h 317062"/>
                <a:gd name="connsiteX3" fmla="*/ 39099 w 110145"/>
                <a:gd name="connsiteY3" fmla="*/ 175291 h 317062"/>
                <a:gd name="connsiteX4" fmla="*/ 110145 w 110145"/>
                <a:gd name="connsiteY4" fmla="*/ 317060 h 317062"/>
                <a:gd name="connsiteX5" fmla="*/ 110145 w 110145"/>
                <a:gd name="connsiteY5" fmla="*/ 317062 h 317062"/>
                <a:gd name="connsiteX0" fmla="*/ 85988 w 109377"/>
                <a:gd name="connsiteY0" fmla="*/ 357580 h 357580"/>
                <a:gd name="connsiteX1" fmla="*/ 120 w 109377"/>
                <a:gd name="connsiteY1" fmla="*/ 175292 h 357580"/>
                <a:gd name="connsiteX2" fmla="*/ 75548 w 109377"/>
                <a:gd name="connsiteY2" fmla="*/ 0 h 357580"/>
                <a:gd name="connsiteX3" fmla="*/ 38331 w 109377"/>
                <a:gd name="connsiteY3" fmla="*/ 175291 h 357580"/>
                <a:gd name="connsiteX4" fmla="*/ 109377 w 109377"/>
                <a:gd name="connsiteY4" fmla="*/ 317060 h 357580"/>
                <a:gd name="connsiteX5" fmla="*/ 85988 w 109377"/>
                <a:gd name="connsiteY5" fmla="*/ 357580 h 357580"/>
                <a:gd name="connsiteX0" fmla="*/ 85988 w 86525"/>
                <a:gd name="connsiteY0" fmla="*/ 357580 h 357580"/>
                <a:gd name="connsiteX1" fmla="*/ 120 w 86525"/>
                <a:gd name="connsiteY1" fmla="*/ 175292 h 357580"/>
                <a:gd name="connsiteX2" fmla="*/ 75548 w 86525"/>
                <a:gd name="connsiteY2" fmla="*/ 0 h 357580"/>
                <a:gd name="connsiteX3" fmla="*/ 38331 w 86525"/>
                <a:gd name="connsiteY3" fmla="*/ 175291 h 357580"/>
                <a:gd name="connsiteX4" fmla="*/ 85988 w 86525"/>
                <a:gd name="connsiteY4" fmla="*/ 357580 h 357580"/>
                <a:gd name="connsiteX0" fmla="*/ 64061 w 75473"/>
                <a:gd name="connsiteY0" fmla="*/ 366099 h 366099"/>
                <a:gd name="connsiteX1" fmla="*/ 45 w 75473"/>
                <a:gd name="connsiteY1" fmla="*/ 175292 h 366099"/>
                <a:gd name="connsiteX2" fmla="*/ 75473 w 75473"/>
                <a:gd name="connsiteY2" fmla="*/ 0 h 366099"/>
                <a:gd name="connsiteX3" fmla="*/ 38256 w 75473"/>
                <a:gd name="connsiteY3" fmla="*/ 175291 h 366099"/>
                <a:gd name="connsiteX4" fmla="*/ 64061 w 75473"/>
                <a:gd name="connsiteY4" fmla="*/ 366099 h 36609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72477 w 85489"/>
                <a:gd name="connsiteY0" fmla="*/ 384629 h 384629"/>
                <a:gd name="connsiteX1" fmla="*/ 50 w 85489"/>
                <a:gd name="connsiteY1" fmla="*/ 195544 h 384629"/>
                <a:gd name="connsiteX2" fmla="*/ 85489 w 85489"/>
                <a:gd name="connsiteY2" fmla="*/ 0 h 384629"/>
                <a:gd name="connsiteX3" fmla="*/ 46672 w 85489"/>
                <a:gd name="connsiteY3" fmla="*/ 193821 h 384629"/>
                <a:gd name="connsiteX4" fmla="*/ 72477 w 85489"/>
                <a:gd name="connsiteY4" fmla="*/ 384629 h 384629"/>
                <a:gd name="connsiteX0" fmla="*/ 72477 w 85489"/>
                <a:gd name="connsiteY0" fmla="*/ 384629 h 384629"/>
                <a:gd name="connsiteX1" fmla="*/ 50 w 85489"/>
                <a:gd name="connsiteY1" fmla="*/ 195544 h 384629"/>
                <a:gd name="connsiteX2" fmla="*/ 85489 w 85489"/>
                <a:gd name="connsiteY2" fmla="*/ 0 h 384629"/>
                <a:gd name="connsiteX3" fmla="*/ 31494 w 85489"/>
                <a:gd name="connsiteY3" fmla="*/ 188838 h 384629"/>
                <a:gd name="connsiteX4" fmla="*/ 72477 w 85489"/>
                <a:gd name="connsiteY4" fmla="*/ 384629 h 384629"/>
                <a:gd name="connsiteX0" fmla="*/ 55926 w 85760"/>
                <a:gd name="connsiteY0" fmla="*/ 388073 h 388073"/>
                <a:gd name="connsiteX1" fmla="*/ 321 w 85760"/>
                <a:gd name="connsiteY1" fmla="*/ 195544 h 388073"/>
                <a:gd name="connsiteX2" fmla="*/ 85760 w 85760"/>
                <a:gd name="connsiteY2" fmla="*/ 0 h 388073"/>
                <a:gd name="connsiteX3" fmla="*/ 31765 w 85760"/>
                <a:gd name="connsiteY3" fmla="*/ 188838 h 388073"/>
                <a:gd name="connsiteX4" fmla="*/ 55926 w 85760"/>
                <a:gd name="connsiteY4" fmla="*/ 388073 h 388073"/>
                <a:gd name="connsiteX0" fmla="*/ 93844 w 123678"/>
                <a:gd name="connsiteY0" fmla="*/ 388073 h 388073"/>
                <a:gd name="connsiteX1" fmla="*/ 193 w 123678"/>
                <a:gd name="connsiteY1" fmla="*/ 190370 h 388073"/>
                <a:gd name="connsiteX2" fmla="*/ 123678 w 123678"/>
                <a:gd name="connsiteY2" fmla="*/ 0 h 388073"/>
                <a:gd name="connsiteX3" fmla="*/ 69683 w 123678"/>
                <a:gd name="connsiteY3" fmla="*/ 188838 h 388073"/>
                <a:gd name="connsiteX4" fmla="*/ 93844 w 123678"/>
                <a:gd name="connsiteY4" fmla="*/ 388073 h 388073"/>
                <a:gd name="connsiteX0" fmla="*/ 93844 w 123678"/>
                <a:gd name="connsiteY0" fmla="*/ 388073 h 388073"/>
                <a:gd name="connsiteX1" fmla="*/ 193 w 123678"/>
                <a:gd name="connsiteY1" fmla="*/ 190370 h 388073"/>
                <a:gd name="connsiteX2" fmla="*/ 123678 w 123678"/>
                <a:gd name="connsiteY2" fmla="*/ 0 h 388073"/>
                <a:gd name="connsiteX3" fmla="*/ 26748 w 123678"/>
                <a:gd name="connsiteY3" fmla="*/ 202079 h 388073"/>
                <a:gd name="connsiteX4" fmla="*/ 93844 w 123678"/>
                <a:gd name="connsiteY4" fmla="*/ 388073 h 3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78" h="388073">
                  <a:moveTo>
                    <a:pt x="93844" y="388073"/>
                  </a:moveTo>
                  <a:cubicBezTo>
                    <a:pt x="87476" y="388073"/>
                    <a:pt x="-4779" y="255049"/>
                    <a:pt x="193" y="190370"/>
                  </a:cubicBezTo>
                  <a:cubicBezTo>
                    <a:pt x="5165" y="125691"/>
                    <a:pt x="76930" y="26880"/>
                    <a:pt x="123678" y="0"/>
                  </a:cubicBezTo>
                  <a:cubicBezTo>
                    <a:pt x="90658" y="41668"/>
                    <a:pt x="26748" y="140753"/>
                    <a:pt x="26748" y="202079"/>
                  </a:cubicBezTo>
                  <a:cubicBezTo>
                    <a:pt x="28488" y="261676"/>
                    <a:pt x="100212" y="388073"/>
                    <a:pt x="93844" y="388073"/>
                  </a:cubicBezTo>
                  <a:close/>
                </a:path>
              </a:pathLst>
            </a:custGeom>
            <a:solidFill>
              <a:schemeClr val="bg1">
                <a:alpha val="8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7C0D5F78-CC49-40A6-BF4A-2A0984BFE1D7}"/>
              </a:ext>
            </a:extLst>
          </p:cNvPr>
          <p:cNvGrpSpPr/>
          <p:nvPr/>
        </p:nvGrpSpPr>
        <p:grpSpPr>
          <a:xfrm>
            <a:off x="3542636" y="2942665"/>
            <a:ext cx="333311" cy="611447"/>
            <a:chOff x="4270200" y="1748671"/>
            <a:chExt cx="697277" cy="1279128"/>
          </a:xfrm>
        </p:grpSpPr>
        <p:sp>
          <p:nvSpPr>
            <p:cNvPr id="94" name="椭圆 3">
              <a:extLst>
                <a:ext uri="{FF2B5EF4-FFF2-40B4-BE49-F238E27FC236}">
                  <a16:creationId xmlns:a16="http://schemas.microsoft.com/office/drawing/2014/main" id="{FD3A6C30-BA8D-4B61-9D26-B131BEC017B1}"/>
                </a:ext>
              </a:extLst>
            </p:cNvPr>
            <p:cNvSpPr/>
            <p:nvPr/>
          </p:nvSpPr>
          <p:spPr>
            <a:xfrm>
              <a:off x="4270200" y="1748671"/>
              <a:ext cx="697277" cy="1279128"/>
            </a:xfrm>
            <a:custGeom>
              <a:avLst/>
              <a:gdLst>
                <a:gd name="connsiteX0" fmla="*/ 0 w 1440000"/>
                <a:gd name="connsiteY0" fmla="*/ 720000 h 1440000"/>
                <a:gd name="connsiteX1" fmla="*/ 720000 w 1440000"/>
                <a:gd name="connsiteY1" fmla="*/ 0 h 1440000"/>
                <a:gd name="connsiteX2" fmla="*/ 1440000 w 1440000"/>
                <a:gd name="connsiteY2" fmla="*/ 720000 h 1440000"/>
                <a:gd name="connsiteX3" fmla="*/ 720000 w 1440000"/>
                <a:gd name="connsiteY3" fmla="*/ 1440000 h 1440000"/>
                <a:gd name="connsiteX4" fmla="*/ 0 w 1440000"/>
                <a:gd name="connsiteY4" fmla="*/ 720000 h 1440000"/>
                <a:gd name="connsiteX0" fmla="*/ 0 w 1440000"/>
                <a:gd name="connsiteY0" fmla="*/ 720452 h 1440452"/>
                <a:gd name="connsiteX1" fmla="*/ 720000 w 1440000"/>
                <a:gd name="connsiteY1" fmla="*/ 452 h 1440452"/>
                <a:gd name="connsiteX2" fmla="*/ 1440000 w 1440000"/>
                <a:gd name="connsiteY2" fmla="*/ 720452 h 1440452"/>
                <a:gd name="connsiteX3" fmla="*/ 720000 w 1440000"/>
                <a:gd name="connsiteY3" fmla="*/ 1440452 h 1440452"/>
                <a:gd name="connsiteX4" fmla="*/ 0 w 1440000"/>
                <a:gd name="connsiteY4" fmla="*/ 720452 h 1440452"/>
                <a:gd name="connsiteX0" fmla="*/ 13 w 1440013"/>
                <a:gd name="connsiteY0" fmla="*/ 1402319 h 2122319"/>
                <a:gd name="connsiteX1" fmla="*/ 734527 w 1440013"/>
                <a:gd name="connsiteY1" fmla="*/ 147 h 2122319"/>
                <a:gd name="connsiteX2" fmla="*/ 1440013 w 1440013"/>
                <a:gd name="connsiteY2" fmla="*/ 1402319 h 2122319"/>
                <a:gd name="connsiteX3" fmla="*/ 720013 w 1440013"/>
                <a:gd name="connsiteY3" fmla="*/ 2122319 h 2122319"/>
                <a:gd name="connsiteX4" fmla="*/ 13 w 1440013"/>
                <a:gd name="connsiteY4" fmla="*/ 1402319 h 2122319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440013 w 1440013"/>
                <a:gd name="connsiteY2" fmla="*/ 1402172 h 2122172"/>
                <a:gd name="connsiteX3" fmla="*/ 720013 w 1440013"/>
                <a:gd name="connsiteY3" fmla="*/ 2122172 h 2122172"/>
                <a:gd name="connsiteX4" fmla="*/ 13 w 1440013"/>
                <a:gd name="connsiteY4" fmla="*/ 1402172 h 2122172"/>
                <a:gd name="connsiteX0" fmla="*/ 13 w 1453616"/>
                <a:gd name="connsiteY0" fmla="*/ 1420592 h 2140592"/>
                <a:gd name="connsiteX1" fmla="*/ 734527 w 1453616"/>
                <a:gd name="connsiteY1" fmla="*/ 18420 h 2140592"/>
                <a:gd name="connsiteX2" fmla="*/ 1157218 w 1453616"/>
                <a:gd name="connsiteY2" fmla="*/ 670657 h 2140592"/>
                <a:gd name="connsiteX3" fmla="*/ 1440013 w 1453616"/>
                <a:gd name="connsiteY3" fmla="*/ 1420592 h 2140592"/>
                <a:gd name="connsiteX4" fmla="*/ 720013 w 1453616"/>
                <a:gd name="connsiteY4" fmla="*/ 2140592 h 2140592"/>
                <a:gd name="connsiteX5" fmla="*/ 13 w 1453616"/>
                <a:gd name="connsiteY5" fmla="*/ 1420592 h 2140592"/>
                <a:gd name="connsiteX0" fmla="*/ 13 w 1453616"/>
                <a:gd name="connsiteY0" fmla="*/ 1402172 h 2122172"/>
                <a:gd name="connsiteX1" fmla="*/ 734527 w 1453616"/>
                <a:gd name="connsiteY1" fmla="*/ 0 h 2122172"/>
                <a:gd name="connsiteX2" fmla="*/ 1157218 w 1453616"/>
                <a:gd name="connsiteY2" fmla="*/ 652237 h 2122172"/>
                <a:gd name="connsiteX3" fmla="*/ 1440013 w 1453616"/>
                <a:gd name="connsiteY3" fmla="*/ 1402172 h 2122172"/>
                <a:gd name="connsiteX4" fmla="*/ 720013 w 1453616"/>
                <a:gd name="connsiteY4" fmla="*/ 2122172 h 2122172"/>
                <a:gd name="connsiteX5" fmla="*/ 13 w 1453616"/>
                <a:gd name="connsiteY5" fmla="*/ 1402172 h 2122172"/>
                <a:gd name="connsiteX0" fmla="*/ 13 w 1449059"/>
                <a:gd name="connsiteY0" fmla="*/ 1402172 h 2122172"/>
                <a:gd name="connsiteX1" fmla="*/ 734527 w 1449059"/>
                <a:gd name="connsiteY1" fmla="*/ 0 h 2122172"/>
                <a:gd name="connsiteX2" fmla="*/ 1007500 w 1449059"/>
                <a:gd name="connsiteY2" fmla="*/ 755146 h 2122172"/>
                <a:gd name="connsiteX3" fmla="*/ 1440013 w 1449059"/>
                <a:gd name="connsiteY3" fmla="*/ 1402172 h 2122172"/>
                <a:gd name="connsiteX4" fmla="*/ 720013 w 1449059"/>
                <a:gd name="connsiteY4" fmla="*/ 2122172 h 2122172"/>
                <a:gd name="connsiteX5" fmla="*/ 13 w 1449059"/>
                <a:gd name="connsiteY5" fmla="*/ 1402172 h 212217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007500 w 1440013"/>
                <a:gd name="connsiteY2" fmla="*/ 755146 h 2122172"/>
                <a:gd name="connsiteX3" fmla="*/ 1440013 w 1440013"/>
                <a:gd name="connsiteY3" fmla="*/ 1402172 h 2122172"/>
                <a:gd name="connsiteX4" fmla="*/ 720013 w 1440013"/>
                <a:gd name="connsiteY4" fmla="*/ 2122172 h 2122172"/>
                <a:gd name="connsiteX5" fmla="*/ 13 w 1440013"/>
                <a:gd name="connsiteY5" fmla="*/ 1402172 h 2122172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276 w 1406469"/>
                <a:gd name="connsiteY0" fmla="*/ 1406130 h 2126138"/>
                <a:gd name="connsiteX1" fmla="*/ 802405 w 1406469"/>
                <a:gd name="connsiteY1" fmla="*/ 0 h 2126138"/>
                <a:gd name="connsiteX2" fmla="*/ 1007763 w 1406469"/>
                <a:gd name="connsiteY2" fmla="*/ 759104 h 2126138"/>
                <a:gd name="connsiteX3" fmla="*/ 1406468 w 1406469"/>
                <a:gd name="connsiteY3" fmla="*/ 1421962 h 2126138"/>
                <a:gd name="connsiteX4" fmla="*/ 720276 w 1406469"/>
                <a:gd name="connsiteY4" fmla="*/ 2126130 h 2126138"/>
                <a:gd name="connsiteX5" fmla="*/ 276 w 1406469"/>
                <a:gd name="connsiteY5" fmla="*/ 1406130 h 2126138"/>
                <a:gd name="connsiteX0" fmla="*/ 276 w 1409106"/>
                <a:gd name="connsiteY0" fmla="*/ 1406130 h 2126141"/>
                <a:gd name="connsiteX1" fmla="*/ 802405 w 1409106"/>
                <a:gd name="connsiteY1" fmla="*/ 0 h 2126141"/>
                <a:gd name="connsiteX2" fmla="*/ 1007763 w 1409106"/>
                <a:gd name="connsiteY2" fmla="*/ 759104 h 2126141"/>
                <a:gd name="connsiteX3" fmla="*/ 1406468 w 1409106"/>
                <a:gd name="connsiteY3" fmla="*/ 1421962 h 2126141"/>
                <a:gd name="connsiteX4" fmla="*/ 720276 w 1409106"/>
                <a:gd name="connsiteY4" fmla="*/ 2126130 h 2126141"/>
                <a:gd name="connsiteX5" fmla="*/ 276 w 1409106"/>
                <a:gd name="connsiteY5" fmla="*/ 1406130 h 2126141"/>
                <a:gd name="connsiteX0" fmla="*/ 369 w 1410033"/>
                <a:gd name="connsiteY0" fmla="*/ 1406130 h 2126141"/>
                <a:gd name="connsiteX1" fmla="*/ 802498 w 1410033"/>
                <a:gd name="connsiteY1" fmla="*/ 0 h 2126141"/>
                <a:gd name="connsiteX2" fmla="*/ 1007856 w 1410033"/>
                <a:gd name="connsiteY2" fmla="*/ 759104 h 2126141"/>
                <a:gd name="connsiteX3" fmla="*/ 1406561 w 1410033"/>
                <a:gd name="connsiteY3" fmla="*/ 1421962 h 2126141"/>
                <a:gd name="connsiteX4" fmla="*/ 720369 w 1410033"/>
                <a:gd name="connsiteY4" fmla="*/ 2126130 h 2126141"/>
                <a:gd name="connsiteX5" fmla="*/ 369 w 1410033"/>
                <a:gd name="connsiteY5" fmla="*/ 1406130 h 2126141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4195" h="2126143">
                  <a:moveTo>
                    <a:pt x="369" y="1406130"/>
                  </a:moveTo>
                  <a:cubicBezTo>
                    <a:pt x="14057" y="1051775"/>
                    <a:pt x="71025" y="1146630"/>
                    <a:pt x="802498" y="0"/>
                  </a:cubicBezTo>
                  <a:cubicBezTo>
                    <a:pt x="884286" y="654750"/>
                    <a:pt x="962721" y="671857"/>
                    <a:pt x="1007856" y="759104"/>
                  </a:cubicBezTo>
                  <a:cubicBezTo>
                    <a:pt x="1410383" y="1305488"/>
                    <a:pt x="1402154" y="1355088"/>
                    <a:pt x="1406561" y="1421962"/>
                  </a:cubicBezTo>
                  <a:cubicBezTo>
                    <a:pt x="1473758" y="1734237"/>
                    <a:pt x="1085130" y="2128769"/>
                    <a:pt x="720369" y="2126130"/>
                  </a:cubicBezTo>
                  <a:cubicBezTo>
                    <a:pt x="355608" y="2123491"/>
                    <a:pt x="-13319" y="1760485"/>
                    <a:pt x="369" y="1406130"/>
                  </a:cubicBezTo>
                  <a:close/>
                </a:path>
              </a:pathLst>
            </a:custGeom>
            <a:solidFill>
              <a:srgbClr val="7ACDEF"/>
            </a:solidFill>
            <a:ln>
              <a:solidFill>
                <a:schemeClr val="bg1"/>
              </a:solidFill>
            </a:ln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95" name="椭圆 3">
              <a:extLst>
                <a:ext uri="{FF2B5EF4-FFF2-40B4-BE49-F238E27FC236}">
                  <a16:creationId xmlns:a16="http://schemas.microsoft.com/office/drawing/2014/main" id="{5780F705-D731-4A95-B8D2-50589EE933B3}"/>
                </a:ext>
              </a:extLst>
            </p:cNvPr>
            <p:cNvSpPr/>
            <p:nvPr/>
          </p:nvSpPr>
          <p:spPr>
            <a:xfrm>
              <a:off x="4345804" y="2146437"/>
              <a:ext cx="175973" cy="717111"/>
            </a:xfrm>
            <a:custGeom>
              <a:avLst/>
              <a:gdLst>
                <a:gd name="connsiteX0" fmla="*/ 0 w 1440000"/>
                <a:gd name="connsiteY0" fmla="*/ 720000 h 1440000"/>
                <a:gd name="connsiteX1" fmla="*/ 720000 w 1440000"/>
                <a:gd name="connsiteY1" fmla="*/ 0 h 1440000"/>
                <a:gd name="connsiteX2" fmla="*/ 1440000 w 1440000"/>
                <a:gd name="connsiteY2" fmla="*/ 720000 h 1440000"/>
                <a:gd name="connsiteX3" fmla="*/ 720000 w 1440000"/>
                <a:gd name="connsiteY3" fmla="*/ 1440000 h 1440000"/>
                <a:gd name="connsiteX4" fmla="*/ 0 w 1440000"/>
                <a:gd name="connsiteY4" fmla="*/ 720000 h 1440000"/>
                <a:gd name="connsiteX0" fmla="*/ 0 w 1440000"/>
                <a:gd name="connsiteY0" fmla="*/ 720452 h 1440452"/>
                <a:gd name="connsiteX1" fmla="*/ 720000 w 1440000"/>
                <a:gd name="connsiteY1" fmla="*/ 452 h 1440452"/>
                <a:gd name="connsiteX2" fmla="*/ 1440000 w 1440000"/>
                <a:gd name="connsiteY2" fmla="*/ 720452 h 1440452"/>
                <a:gd name="connsiteX3" fmla="*/ 720000 w 1440000"/>
                <a:gd name="connsiteY3" fmla="*/ 1440452 h 1440452"/>
                <a:gd name="connsiteX4" fmla="*/ 0 w 1440000"/>
                <a:gd name="connsiteY4" fmla="*/ 720452 h 1440452"/>
                <a:gd name="connsiteX0" fmla="*/ 13 w 1440013"/>
                <a:gd name="connsiteY0" fmla="*/ 1402319 h 2122319"/>
                <a:gd name="connsiteX1" fmla="*/ 734527 w 1440013"/>
                <a:gd name="connsiteY1" fmla="*/ 147 h 2122319"/>
                <a:gd name="connsiteX2" fmla="*/ 1440013 w 1440013"/>
                <a:gd name="connsiteY2" fmla="*/ 1402319 h 2122319"/>
                <a:gd name="connsiteX3" fmla="*/ 720013 w 1440013"/>
                <a:gd name="connsiteY3" fmla="*/ 2122319 h 2122319"/>
                <a:gd name="connsiteX4" fmla="*/ 13 w 1440013"/>
                <a:gd name="connsiteY4" fmla="*/ 1402319 h 2122319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569822 h 2289822"/>
                <a:gd name="connsiteX1" fmla="*/ 734527 w 1440013"/>
                <a:gd name="connsiteY1" fmla="*/ 167650 h 2289822"/>
                <a:gd name="connsiteX2" fmla="*/ 1440013 w 1440013"/>
                <a:gd name="connsiteY2" fmla="*/ 1569822 h 2289822"/>
                <a:gd name="connsiteX3" fmla="*/ 720013 w 1440013"/>
                <a:gd name="connsiteY3" fmla="*/ 2289822 h 2289822"/>
                <a:gd name="connsiteX4" fmla="*/ 13 w 1440013"/>
                <a:gd name="connsiteY4" fmla="*/ 1569822 h 228982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440013 w 1440013"/>
                <a:gd name="connsiteY2" fmla="*/ 1402172 h 2122172"/>
                <a:gd name="connsiteX3" fmla="*/ 720013 w 1440013"/>
                <a:gd name="connsiteY3" fmla="*/ 2122172 h 2122172"/>
                <a:gd name="connsiteX4" fmla="*/ 13 w 1440013"/>
                <a:gd name="connsiteY4" fmla="*/ 1402172 h 2122172"/>
                <a:gd name="connsiteX0" fmla="*/ 13 w 1453616"/>
                <a:gd name="connsiteY0" fmla="*/ 1420592 h 2140592"/>
                <a:gd name="connsiteX1" fmla="*/ 734527 w 1453616"/>
                <a:gd name="connsiteY1" fmla="*/ 18420 h 2140592"/>
                <a:gd name="connsiteX2" fmla="*/ 1157218 w 1453616"/>
                <a:gd name="connsiteY2" fmla="*/ 670657 h 2140592"/>
                <a:gd name="connsiteX3" fmla="*/ 1440013 w 1453616"/>
                <a:gd name="connsiteY3" fmla="*/ 1420592 h 2140592"/>
                <a:gd name="connsiteX4" fmla="*/ 720013 w 1453616"/>
                <a:gd name="connsiteY4" fmla="*/ 2140592 h 2140592"/>
                <a:gd name="connsiteX5" fmla="*/ 13 w 1453616"/>
                <a:gd name="connsiteY5" fmla="*/ 1420592 h 2140592"/>
                <a:gd name="connsiteX0" fmla="*/ 13 w 1453616"/>
                <a:gd name="connsiteY0" fmla="*/ 1402172 h 2122172"/>
                <a:gd name="connsiteX1" fmla="*/ 734527 w 1453616"/>
                <a:gd name="connsiteY1" fmla="*/ 0 h 2122172"/>
                <a:gd name="connsiteX2" fmla="*/ 1157218 w 1453616"/>
                <a:gd name="connsiteY2" fmla="*/ 652237 h 2122172"/>
                <a:gd name="connsiteX3" fmla="*/ 1440013 w 1453616"/>
                <a:gd name="connsiteY3" fmla="*/ 1402172 h 2122172"/>
                <a:gd name="connsiteX4" fmla="*/ 720013 w 1453616"/>
                <a:gd name="connsiteY4" fmla="*/ 2122172 h 2122172"/>
                <a:gd name="connsiteX5" fmla="*/ 13 w 1453616"/>
                <a:gd name="connsiteY5" fmla="*/ 1402172 h 2122172"/>
                <a:gd name="connsiteX0" fmla="*/ 13 w 1449059"/>
                <a:gd name="connsiteY0" fmla="*/ 1402172 h 2122172"/>
                <a:gd name="connsiteX1" fmla="*/ 734527 w 1449059"/>
                <a:gd name="connsiteY1" fmla="*/ 0 h 2122172"/>
                <a:gd name="connsiteX2" fmla="*/ 1007500 w 1449059"/>
                <a:gd name="connsiteY2" fmla="*/ 755146 h 2122172"/>
                <a:gd name="connsiteX3" fmla="*/ 1440013 w 1449059"/>
                <a:gd name="connsiteY3" fmla="*/ 1402172 h 2122172"/>
                <a:gd name="connsiteX4" fmla="*/ 720013 w 1449059"/>
                <a:gd name="connsiteY4" fmla="*/ 2122172 h 2122172"/>
                <a:gd name="connsiteX5" fmla="*/ 13 w 1449059"/>
                <a:gd name="connsiteY5" fmla="*/ 1402172 h 2122172"/>
                <a:gd name="connsiteX0" fmla="*/ 13 w 1440013"/>
                <a:gd name="connsiteY0" fmla="*/ 1402172 h 2122172"/>
                <a:gd name="connsiteX1" fmla="*/ 734527 w 1440013"/>
                <a:gd name="connsiteY1" fmla="*/ 0 h 2122172"/>
                <a:gd name="connsiteX2" fmla="*/ 1007500 w 1440013"/>
                <a:gd name="connsiteY2" fmla="*/ 755146 h 2122172"/>
                <a:gd name="connsiteX3" fmla="*/ 1440013 w 1440013"/>
                <a:gd name="connsiteY3" fmla="*/ 1402172 h 2122172"/>
                <a:gd name="connsiteX4" fmla="*/ 720013 w 1440013"/>
                <a:gd name="connsiteY4" fmla="*/ 2122172 h 2122172"/>
                <a:gd name="connsiteX5" fmla="*/ 13 w 1440013"/>
                <a:gd name="connsiteY5" fmla="*/ 1402172 h 2122172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402 w 1440402"/>
                <a:gd name="connsiteY0" fmla="*/ 1406130 h 2126130"/>
                <a:gd name="connsiteX1" fmla="*/ 802531 w 1440402"/>
                <a:gd name="connsiteY1" fmla="*/ 0 h 2126130"/>
                <a:gd name="connsiteX2" fmla="*/ 1007889 w 1440402"/>
                <a:gd name="connsiteY2" fmla="*/ 759104 h 2126130"/>
                <a:gd name="connsiteX3" fmla="*/ 1440402 w 1440402"/>
                <a:gd name="connsiteY3" fmla="*/ 1406130 h 2126130"/>
                <a:gd name="connsiteX4" fmla="*/ 720402 w 1440402"/>
                <a:gd name="connsiteY4" fmla="*/ 2126130 h 2126130"/>
                <a:gd name="connsiteX5" fmla="*/ 402 w 1440402"/>
                <a:gd name="connsiteY5" fmla="*/ 1406130 h 2126130"/>
                <a:gd name="connsiteX0" fmla="*/ 276 w 1406469"/>
                <a:gd name="connsiteY0" fmla="*/ 1406130 h 2126138"/>
                <a:gd name="connsiteX1" fmla="*/ 802405 w 1406469"/>
                <a:gd name="connsiteY1" fmla="*/ 0 h 2126138"/>
                <a:gd name="connsiteX2" fmla="*/ 1007763 w 1406469"/>
                <a:gd name="connsiteY2" fmla="*/ 759104 h 2126138"/>
                <a:gd name="connsiteX3" fmla="*/ 1406468 w 1406469"/>
                <a:gd name="connsiteY3" fmla="*/ 1421962 h 2126138"/>
                <a:gd name="connsiteX4" fmla="*/ 720276 w 1406469"/>
                <a:gd name="connsiteY4" fmla="*/ 2126130 h 2126138"/>
                <a:gd name="connsiteX5" fmla="*/ 276 w 1406469"/>
                <a:gd name="connsiteY5" fmla="*/ 1406130 h 2126138"/>
                <a:gd name="connsiteX0" fmla="*/ 276 w 1409106"/>
                <a:gd name="connsiteY0" fmla="*/ 1406130 h 2126141"/>
                <a:gd name="connsiteX1" fmla="*/ 802405 w 1409106"/>
                <a:gd name="connsiteY1" fmla="*/ 0 h 2126141"/>
                <a:gd name="connsiteX2" fmla="*/ 1007763 w 1409106"/>
                <a:gd name="connsiteY2" fmla="*/ 759104 h 2126141"/>
                <a:gd name="connsiteX3" fmla="*/ 1406468 w 1409106"/>
                <a:gd name="connsiteY3" fmla="*/ 1421962 h 2126141"/>
                <a:gd name="connsiteX4" fmla="*/ 720276 w 1409106"/>
                <a:gd name="connsiteY4" fmla="*/ 2126130 h 2126141"/>
                <a:gd name="connsiteX5" fmla="*/ 276 w 1409106"/>
                <a:gd name="connsiteY5" fmla="*/ 1406130 h 2126141"/>
                <a:gd name="connsiteX0" fmla="*/ 369 w 1410033"/>
                <a:gd name="connsiteY0" fmla="*/ 1406130 h 2126141"/>
                <a:gd name="connsiteX1" fmla="*/ 802498 w 1410033"/>
                <a:gd name="connsiteY1" fmla="*/ 0 h 2126141"/>
                <a:gd name="connsiteX2" fmla="*/ 1007856 w 1410033"/>
                <a:gd name="connsiteY2" fmla="*/ 759104 h 2126141"/>
                <a:gd name="connsiteX3" fmla="*/ 1406561 w 1410033"/>
                <a:gd name="connsiteY3" fmla="*/ 1421962 h 2126141"/>
                <a:gd name="connsiteX4" fmla="*/ 720369 w 1410033"/>
                <a:gd name="connsiteY4" fmla="*/ 2126130 h 2126141"/>
                <a:gd name="connsiteX5" fmla="*/ 369 w 1410033"/>
                <a:gd name="connsiteY5" fmla="*/ 1406130 h 2126141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369 w 1414195"/>
                <a:gd name="connsiteY0" fmla="*/ 1406130 h 2126143"/>
                <a:gd name="connsiteX1" fmla="*/ 802498 w 1414195"/>
                <a:gd name="connsiteY1" fmla="*/ 0 h 2126143"/>
                <a:gd name="connsiteX2" fmla="*/ 1007856 w 1414195"/>
                <a:gd name="connsiteY2" fmla="*/ 759104 h 2126143"/>
                <a:gd name="connsiteX3" fmla="*/ 1406561 w 1414195"/>
                <a:gd name="connsiteY3" fmla="*/ 1421962 h 2126143"/>
                <a:gd name="connsiteX4" fmla="*/ 720369 w 1414195"/>
                <a:gd name="connsiteY4" fmla="*/ 2126130 h 2126143"/>
                <a:gd name="connsiteX5" fmla="*/ 369 w 1414195"/>
                <a:gd name="connsiteY5" fmla="*/ 1406130 h 2126143"/>
                <a:gd name="connsiteX0" fmla="*/ 251 w 1215527"/>
                <a:gd name="connsiteY0" fmla="*/ 1406130 h 2126143"/>
                <a:gd name="connsiteX1" fmla="*/ 802380 w 1215527"/>
                <a:gd name="connsiteY1" fmla="*/ 0 h 2126143"/>
                <a:gd name="connsiteX2" fmla="*/ 1007738 w 1215527"/>
                <a:gd name="connsiteY2" fmla="*/ 759104 h 2126143"/>
                <a:gd name="connsiteX3" fmla="*/ 1107628 w 1215527"/>
                <a:gd name="connsiteY3" fmla="*/ 1421961 h 2126143"/>
                <a:gd name="connsiteX4" fmla="*/ 720251 w 1215527"/>
                <a:gd name="connsiteY4" fmla="*/ 2126130 h 2126143"/>
                <a:gd name="connsiteX5" fmla="*/ 251 w 1215527"/>
                <a:gd name="connsiteY5" fmla="*/ 1406130 h 2126143"/>
                <a:gd name="connsiteX0" fmla="*/ 251 w 1118132"/>
                <a:gd name="connsiteY0" fmla="*/ 1406130 h 2126143"/>
                <a:gd name="connsiteX1" fmla="*/ 802380 w 1118132"/>
                <a:gd name="connsiteY1" fmla="*/ 0 h 2126143"/>
                <a:gd name="connsiteX2" fmla="*/ 768687 w 1118132"/>
                <a:gd name="connsiteY2" fmla="*/ 759103 h 2126143"/>
                <a:gd name="connsiteX3" fmla="*/ 1107628 w 1118132"/>
                <a:gd name="connsiteY3" fmla="*/ 1421961 h 2126143"/>
                <a:gd name="connsiteX4" fmla="*/ 720251 w 1118132"/>
                <a:gd name="connsiteY4" fmla="*/ 2126130 h 2126143"/>
                <a:gd name="connsiteX5" fmla="*/ 251 w 1118132"/>
                <a:gd name="connsiteY5" fmla="*/ 1406130 h 2126143"/>
                <a:gd name="connsiteX0" fmla="*/ 232 w 966550"/>
                <a:gd name="connsiteY0" fmla="*/ 1406130 h 2126322"/>
                <a:gd name="connsiteX1" fmla="*/ 802361 w 966550"/>
                <a:gd name="connsiteY1" fmla="*/ 0 h 2126322"/>
                <a:gd name="connsiteX2" fmla="*/ 768668 w 966550"/>
                <a:gd name="connsiteY2" fmla="*/ 759103 h 2126322"/>
                <a:gd name="connsiteX3" fmla="*/ 838675 w 966550"/>
                <a:gd name="connsiteY3" fmla="*/ 1464516 h 2126322"/>
                <a:gd name="connsiteX4" fmla="*/ 720232 w 966550"/>
                <a:gd name="connsiteY4" fmla="*/ 2126130 h 2126322"/>
                <a:gd name="connsiteX5" fmla="*/ 232 w 966550"/>
                <a:gd name="connsiteY5" fmla="*/ 1406130 h 2126322"/>
                <a:gd name="connsiteX0" fmla="*/ 232 w 939953"/>
                <a:gd name="connsiteY0" fmla="*/ 1406130 h 2126322"/>
                <a:gd name="connsiteX1" fmla="*/ 802361 w 939953"/>
                <a:gd name="connsiteY1" fmla="*/ 0 h 2126322"/>
                <a:gd name="connsiteX2" fmla="*/ 768668 w 939953"/>
                <a:gd name="connsiteY2" fmla="*/ 759103 h 2126322"/>
                <a:gd name="connsiteX3" fmla="*/ 838675 w 939953"/>
                <a:gd name="connsiteY3" fmla="*/ 1464516 h 2126322"/>
                <a:gd name="connsiteX4" fmla="*/ 720232 w 939953"/>
                <a:gd name="connsiteY4" fmla="*/ 2126130 h 2126322"/>
                <a:gd name="connsiteX5" fmla="*/ 232 w 939953"/>
                <a:gd name="connsiteY5" fmla="*/ 1406130 h 2126322"/>
                <a:gd name="connsiteX0" fmla="*/ 232 w 869145"/>
                <a:gd name="connsiteY0" fmla="*/ 1406130 h 2126322"/>
                <a:gd name="connsiteX1" fmla="*/ 802361 w 869145"/>
                <a:gd name="connsiteY1" fmla="*/ 0 h 2126322"/>
                <a:gd name="connsiteX2" fmla="*/ 768668 w 869145"/>
                <a:gd name="connsiteY2" fmla="*/ 759103 h 2126322"/>
                <a:gd name="connsiteX3" fmla="*/ 838675 w 869145"/>
                <a:gd name="connsiteY3" fmla="*/ 1464516 h 2126322"/>
                <a:gd name="connsiteX4" fmla="*/ 720232 w 869145"/>
                <a:gd name="connsiteY4" fmla="*/ 2126130 h 2126322"/>
                <a:gd name="connsiteX5" fmla="*/ 232 w 869145"/>
                <a:gd name="connsiteY5" fmla="*/ 1406130 h 2126322"/>
                <a:gd name="connsiteX0" fmla="*/ 223 w 825960"/>
                <a:gd name="connsiteY0" fmla="*/ 1406130 h 2126376"/>
                <a:gd name="connsiteX1" fmla="*/ 802352 w 825960"/>
                <a:gd name="connsiteY1" fmla="*/ 0 h 2126376"/>
                <a:gd name="connsiteX2" fmla="*/ 768659 w 825960"/>
                <a:gd name="connsiteY2" fmla="*/ 759103 h 2126376"/>
                <a:gd name="connsiteX3" fmla="*/ 659377 w 825960"/>
                <a:gd name="connsiteY3" fmla="*/ 1471607 h 2126376"/>
                <a:gd name="connsiteX4" fmla="*/ 720223 w 825960"/>
                <a:gd name="connsiteY4" fmla="*/ 2126130 h 2126376"/>
                <a:gd name="connsiteX5" fmla="*/ 223 w 825960"/>
                <a:gd name="connsiteY5" fmla="*/ 1406130 h 2126376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45334"/>
                <a:gd name="connsiteY0" fmla="*/ 1406130 h 2135814"/>
                <a:gd name="connsiteX1" fmla="*/ 802408 w 845334"/>
                <a:gd name="connsiteY1" fmla="*/ 0 h 2135814"/>
                <a:gd name="connsiteX2" fmla="*/ 768715 w 845334"/>
                <a:gd name="connsiteY2" fmla="*/ 759103 h 2135814"/>
                <a:gd name="connsiteX3" fmla="*/ 659433 w 845334"/>
                <a:gd name="connsiteY3" fmla="*/ 1471607 h 2135814"/>
                <a:gd name="connsiteX4" fmla="*/ 720279 w 845334"/>
                <a:gd name="connsiteY4" fmla="*/ 2126130 h 2135814"/>
                <a:gd name="connsiteX5" fmla="*/ 279 w 845334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  <a:gd name="connsiteX0" fmla="*/ 279 w 828087"/>
                <a:gd name="connsiteY0" fmla="*/ 1406130 h 2135814"/>
                <a:gd name="connsiteX1" fmla="*/ 802408 w 828087"/>
                <a:gd name="connsiteY1" fmla="*/ 0 h 2135814"/>
                <a:gd name="connsiteX2" fmla="*/ 768715 w 828087"/>
                <a:gd name="connsiteY2" fmla="*/ 759103 h 2135814"/>
                <a:gd name="connsiteX3" fmla="*/ 659433 w 828087"/>
                <a:gd name="connsiteY3" fmla="*/ 1471607 h 2135814"/>
                <a:gd name="connsiteX4" fmla="*/ 720279 w 828087"/>
                <a:gd name="connsiteY4" fmla="*/ 2126130 h 2135814"/>
                <a:gd name="connsiteX5" fmla="*/ 279 w 828087"/>
                <a:gd name="connsiteY5" fmla="*/ 1406130 h 21358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087" h="2135814">
                  <a:moveTo>
                    <a:pt x="279" y="1406130"/>
                  </a:moveTo>
                  <a:cubicBezTo>
                    <a:pt x="13967" y="1051775"/>
                    <a:pt x="70935" y="1146630"/>
                    <a:pt x="802408" y="0"/>
                  </a:cubicBezTo>
                  <a:cubicBezTo>
                    <a:pt x="716109" y="519998"/>
                    <a:pt x="734791" y="409444"/>
                    <a:pt x="768715" y="759103"/>
                  </a:cubicBezTo>
                  <a:cubicBezTo>
                    <a:pt x="723017" y="1255840"/>
                    <a:pt x="655028" y="1177783"/>
                    <a:pt x="659433" y="1471607"/>
                  </a:cubicBezTo>
                  <a:cubicBezTo>
                    <a:pt x="726630" y="1783882"/>
                    <a:pt x="964605" y="2044846"/>
                    <a:pt x="720279" y="2126130"/>
                  </a:cubicBezTo>
                  <a:cubicBezTo>
                    <a:pt x="475953" y="2207414"/>
                    <a:pt x="-13409" y="1760485"/>
                    <a:pt x="279" y="1406130"/>
                  </a:cubicBezTo>
                  <a:close/>
                </a:path>
              </a:pathLst>
            </a:cu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96" name="新月形 2">
              <a:extLst>
                <a:ext uri="{FF2B5EF4-FFF2-40B4-BE49-F238E27FC236}">
                  <a16:creationId xmlns:a16="http://schemas.microsoft.com/office/drawing/2014/main" id="{BC12A665-9122-4E98-8C03-78DCC3F6E9B4}"/>
                </a:ext>
              </a:extLst>
            </p:cNvPr>
            <p:cNvSpPr/>
            <p:nvPr/>
          </p:nvSpPr>
          <p:spPr>
            <a:xfrm rot="15307906">
              <a:off x="4626844" y="2724205"/>
              <a:ext cx="123678" cy="388073"/>
            </a:xfrm>
            <a:custGeom>
              <a:avLst/>
              <a:gdLst>
                <a:gd name="connsiteX0" fmla="*/ 109257 w 109257"/>
                <a:gd name="connsiteY0" fmla="*/ 283539 h 283539"/>
                <a:gd name="connsiteX1" fmla="*/ 0 w 109257"/>
                <a:gd name="connsiteY1" fmla="*/ 141769 h 283539"/>
                <a:gd name="connsiteX2" fmla="*/ 109257 w 109257"/>
                <a:gd name="connsiteY2" fmla="*/ -1 h 283539"/>
                <a:gd name="connsiteX3" fmla="*/ 38211 w 109257"/>
                <a:gd name="connsiteY3" fmla="*/ 141768 h 283539"/>
                <a:gd name="connsiteX4" fmla="*/ 109257 w 109257"/>
                <a:gd name="connsiteY4" fmla="*/ 283537 h 283539"/>
                <a:gd name="connsiteX5" fmla="*/ 109257 w 109257"/>
                <a:gd name="connsiteY5" fmla="*/ 283539 h 283539"/>
                <a:gd name="connsiteX0" fmla="*/ 110145 w 110145"/>
                <a:gd name="connsiteY0" fmla="*/ 317062 h 317062"/>
                <a:gd name="connsiteX1" fmla="*/ 888 w 110145"/>
                <a:gd name="connsiteY1" fmla="*/ 175292 h 317062"/>
                <a:gd name="connsiteX2" fmla="*/ 76316 w 110145"/>
                <a:gd name="connsiteY2" fmla="*/ 0 h 317062"/>
                <a:gd name="connsiteX3" fmla="*/ 39099 w 110145"/>
                <a:gd name="connsiteY3" fmla="*/ 175291 h 317062"/>
                <a:gd name="connsiteX4" fmla="*/ 110145 w 110145"/>
                <a:gd name="connsiteY4" fmla="*/ 317060 h 317062"/>
                <a:gd name="connsiteX5" fmla="*/ 110145 w 110145"/>
                <a:gd name="connsiteY5" fmla="*/ 317062 h 317062"/>
                <a:gd name="connsiteX0" fmla="*/ 85988 w 109377"/>
                <a:gd name="connsiteY0" fmla="*/ 357580 h 357580"/>
                <a:gd name="connsiteX1" fmla="*/ 120 w 109377"/>
                <a:gd name="connsiteY1" fmla="*/ 175292 h 357580"/>
                <a:gd name="connsiteX2" fmla="*/ 75548 w 109377"/>
                <a:gd name="connsiteY2" fmla="*/ 0 h 357580"/>
                <a:gd name="connsiteX3" fmla="*/ 38331 w 109377"/>
                <a:gd name="connsiteY3" fmla="*/ 175291 h 357580"/>
                <a:gd name="connsiteX4" fmla="*/ 109377 w 109377"/>
                <a:gd name="connsiteY4" fmla="*/ 317060 h 357580"/>
                <a:gd name="connsiteX5" fmla="*/ 85988 w 109377"/>
                <a:gd name="connsiteY5" fmla="*/ 357580 h 357580"/>
                <a:gd name="connsiteX0" fmla="*/ 85988 w 86525"/>
                <a:gd name="connsiteY0" fmla="*/ 357580 h 357580"/>
                <a:gd name="connsiteX1" fmla="*/ 120 w 86525"/>
                <a:gd name="connsiteY1" fmla="*/ 175292 h 357580"/>
                <a:gd name="connsiteX2" fmla="*/ 75548 w 86525"/>
                <a:gd name="connsiteY2" fmla="*/ 0 h 357580"/>
                <a:gd name="connsiteX3" fmla="*/ 38331 w 86525"/>
                <a:gd name="connsiteY3" fmla="*/ 175291 h 357580"/>
                <a:gd name="connsiteX4" fmla="*/ 85988 w 86525"/>
                <a:gd name="connsiteY4" fmla="*/ 357580 h 357580"/>
                <a:gd name="connsiteX0" fmla="*/ 64061 w 75473"/>
                <a:gd name="connsiteY0" fmla="*/ 366099 h 366099"/>
                <a:gd name="connsiteX1" fmla="*/ 45 w 75473"/>
                <a:gd name="connsiteY1" fmla="*/ 175292 h 366099"/>
                <a:gd name="connsiteX2" fmla="*/ 75473 w 75473"/>
                <a:gd name="connsiteY2" fmla="*/ 0 h 366099"/>
                <a:gd name="connsiteX3" fmla="*/ 38256 w 75473"/>
                <a:gd name="connsiteY3" fmla="*/ 175291 h 366099"/>
                <a:gd name="connsiteX4" fmla="*/ 64061 w 75473"/>
                <a:gd name="connsiteY4" fmla="*/ 366099 h 36609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64073 w 77085"/>
                <a:gd name="connsiteY0" fmla="*/ 384629 h 384629"/>
                <a:gd name="connsiteX1" fmla="*/ 57 w 77085"/>
                <a:gd name="connsiteY1" fmla="*/ 193822 h 384629"/>
                <a:gd name="connsiteX2" fmla="*/ 77085 w 77085"/>
                <a:gd name="connsiteY2" fmla="*/ 0 h 384629"/>
                <a:gd name="connsiteX3" fmla="*/ 38268 w 77085"/>
                <a:gd name="connsiteY3" fmla="*/ 193821 h 384629"/>
                <a:gd name="connsiteX4" fmla="*/ 64073 w 77085"/>
                <a:gd name="connsiteY4" fmla="*/ 384629 h 384629"/>
                <a:gd name="connsiteX0" fmla="*/ 72477 w 85489"/>
                <a:gd name="connsiteY0" fmla="*/ 384629 h 384629"/>
                <a:gd name="connsiteX1" fmla="*/ 50 w 85489"/>
                <a:gd name="connsiteY1" fmla="*/ 195544 h 384629"/>
                <a:gd name="connsiteX2" fmla="*/ 85489 w 85489"/>
                <a:gd name="connsiteY2" fmla="*/ 0 h 384629"/>
                <a:gd name="connsiteX3" fmla="*/ 46672 w 85489"/>
                <a:gd name="connsiteY3" fmla="*/ 193821 h 384629"/>
                <a:gd name="connsiteX4" fmla="*/ 72477 w 85489"/>
                <a:gd name="connsiteY4" fmla="*/ 384629 h 384629"/>
                <a:gd name="connsiteX0" fmla="*/ 72477 w 85489"/>
                <a:gd name="connsiteY0" fmla="*/ 384629 h 384629"/>
                <a:gd name="connsiteX1" fmla="*/ 50 w 85489"/>
                <a:gd name="connsiteY1" fmla="*/ 195544 h 384629"/>
                <a:gd name="connsiteX2" fmla="*/ 85489 w 85489"/>
                <a:gd name="connsiteY2" fmla="*/ 0 h 384629"/>
                <a:gd name="connsiteX3" fmla="*/ 31494 w 85489"/>
                <a:gd name="connsiteY3" fmla="*/ 188838 h 384629"/>
                <a:gd name="connsiteX4" fmla="*/ 72477 w 85489"/>
                <a:gd name="connsiteY4" fmla="*/ 384629 h 384629"/>
                <a:gd name="connsiteX0" fmla="*/ 55926 w 85760"/>
                <a:gd name="connsiteY0" fmla="*/ 388073 h 388073"/>
                <a:gd name="connsiteX1" fmla="*/ 321 w 85760"/>
                <a:gd name="connsiteY1" fmla="*/ 195544 h 388073"/>
                <a:gd name="connsiteX2" fmla="*/ 85760 w 85760"/>
                <a:gd name="connsiteY2" fmla="*/ 0 h 388073"/>
                <a:gd name="connsiteX3" fmla="*/ 31765 w 85760"/>
                <a:gd name="connsiteY3" fmla="*/ 188838 h 388073"/>
                <a:gd name="connsiteX4" fmla="*/ 55926 w 85760"/>
                <a:gd name="connsiteY4" fmla="*/ 388073 h 388073"/>
                <a:gd name="connsiteX0" fmla="*/ 93844 w 123678"/>
                <a:gd name="connsiteY0" fmla="*/ 388073 h 388073"/>
                <a:gd name="connsiteX1" fmla="*/ 193 w 123678"/>
                <a:gd name="connsiteY1" fmla="*/ 190370 h 388073"/>
                <a:gd name="connsiteX2" fmla="*/ 123678 w 123678"/>
                <a:gd name="connsiteY2" fmla="*/ 0 h 388073"/>
                <a:gd name="connsiteX3" fmla="*/ 69683 w 123678"/>
                <a:gd name="connsiteY3" fmla="*/ 188838 h 388073"/>
                <a:gd name="connsiteX4" fmla="*/ 93844 w 123678"/>
                <a:gd name="connsiteY4" fmla="*/ 388073 h 388073"/>
                <a:gd name="connsiteX0" fmla="*/ 93844 w 123678"/>
                <a:gd name="connsiteY0" fmla="*/ 388073 h 388073"/>
                <a:gd name="connsiteX1" fmla="*/ 193 w 123678"/>
                <a:gd name="connsiteY1" fmla="*/ 190370 h 388073"/>
                <a:gd name="connsiteX2" fmla="*/ 123678 w 123678"/>
                <a:gd name="connsiteY2" fmla="*/ 0 h 388073"/>
                <a:gd name="connsiteX3" fmla="*/ 26748 w 123678"/>
                <a:gd name="connsiteY3" fmla="*/ 202079 h 388073"/>
                <a:gd name="connsiteX4" fmla="*/ 93844 w 123678"/>
                <a:gd name="connsiteY4" fmla="*/ 388073 h 388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678" h="388073">
                  <a:moveTo>
                    <a:pt x="93844" y="388073"/>
                  </a:moveTo>
                  <a:cubicBezTo>
                    <a:pt x="87476" y="388073"/>
                    <a:pt x="-4779" y="255049"/>
                    <a:pt x="193" y="190370"/>
                  </a:cubicBezTo>
                  <a:cubicBezTo>
                    <a:pt x="5165" y="125691"/>
                    <a:pt x="76930" y="26880"/>
                    <a:pt x="123678" y="0"/>
                  </a:cubicBezTo>
                  <a:cubicBezTo>
                    <a:pt x="90658" y="41668"/>
                    <a:pt x="26748" y="140753"/>
                    <a:pt x="26748" y="202079"/>
                  </a:cubicBezTo>
                  <a:cubicBezTo>
                    <a:pt x="28488" y="261676"/>
                    <a:pt x="100212" y="388073"/>
                    <a:pt x="93844" y="388073"/>
                  </a:cubicBezTo>
                  <a:close/>
                </a:path>
              </a:pathLst>
            </a:custGeom>
            <a:solidFill>
              <a:schemeClr val="bg1">
                <a:alpha val="8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EC773952-15A1-49C2-80D7-FFF2D18B9F4F}"/>
              </a:ext>
            </a:extLst>
          </p:cNvPr>
          <p:cNvCxnSpPr>
            <a:cxnSpLocks/>
          </p:cNvCxnSpPr>
          <p:nvPr/>
        </p:nvCxnSpPr>
        <p:spPr>
          <a:xfrm flipH="1">
            <a:off x="4060872" y="5259328"/>
            <a:ext cx="4789214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>
            <a:extLst>
              <a:ext uri="{FF2B5EF4-FFF2-40B4-BE49-F238E27FC236}">
                <a16:creationId xmlns:a16="http://schemas.microsoft.com/office/drawing/2014/main" id="{5A7B485C-8977-4437-8364-7698B9E7B64F}"/>
              </a:ext>
            </a:extLst>
          </p:cNvPr>
          <p:cNvSpPr/>
          <p:nvPr/>
        </p:nvSpPr>
        <p:spPr>
          <a:xfrm>
            <a:off x="3950179" y="3887921"/>
            <a:ext cx="52040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、注意营养均衡，保持充足睡眠，养成运动习惯；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A7CE72B-EBD2-4B7E-8C49-0174A2BBD6CB}"/>
              </a:ext>
            </a:extLst>
          </p:cNvPr>
          <p:cNvSpPr/>
          <p:nvPr/>
        </p:nvSpPr>
        <p:spPr>
          <a:xfrm>
            <a:off x="3950179" y="3172745"/>
            <a:ext cx="49774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、注意个人卫生，勤洗手勤换衣，居家时经常开窗通风；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FB152B7-9C96-421D-B5C8-AEC83E4BF75B}"/>
              </a:ext>
            </a:extLst>
          </p:cNvPr>
          <p:cNvSpPr/>
          <p:nvPr/>
        </p:nvSpPr>
        <p:spPr>
          <a:xfrm>
            <a:off x="3994428" y="4905498"/>
            <a:ext cx="53779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、外出注意雾霾天气，戴上口罩，不去人多拥挤的公共场所。</a:t>
            </a:r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E90CC77-D544-4207-A5BD-C21F26B0C4EA}"/>
              </a:ext>
            </a:extLst>
          </p:cNvPr>
          <p:cNvCxnSpPr>
            <a:cxnSpLocks/>
          </p:cNvCxnSpPr>
          <p:nvPr/>
        </p:nvCxnSpPr>
        <p:spPr>
          <a:xfrm flipH="1">
            <a:off x="4028158" y="3554112"/>
            <a:ext cx="4201442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23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9" grpId="0" animBg="1"/>
      <p:bldP spid="98" grpId="0"/>
      <p:bldP spid="99" grpId="0"/>
      <p:bldP spid="10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654984" y="3319326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五、学习方面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9A36E24-818F-4F51-8F7E-03F5C0C7DE9C}"/>
              </a:ext>
            </a:extLst>
          </p:cNvPr>
          <p:cNvGrpSpPr/>
          <p:nvPr/>
        </p:nvGrpSpPr>
        <p:grpSpPr>
          <a:xfrm>
            <a:off x="5526072" y="1948551"/>
            <a:ext cx="336243" cy="414617"/>
            <a:chOff x="1876426" y="3554414"/>
            <a:chExt cx="211137" cy="260350"/>
          </a:xfrm>
          <a:solidFill>
            <a:srgbClr val="FF0000"/>
          </a:solidFill>
        </p:grpSpPr>
        <p:sp>
          <p:nvSpPr>
            <p:cNvPr id="28" name="Freeform 174">
              <a:extLst>
                <a:ext uri="{FF2B5EF4-FFF2-40B4-BE49-F238E27FC236}">
                  <a16:creationId xmlns:a16="http://schemas.microsoft.com/office/drawing/2014/main" id="{E3C6F3F4-89D0-4541-9A2C-C85EB14D0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6" y="3656014"/>
              <a:ext cx="42863" cy="136525"/>
            </a:xfrm>
            <a:custGeom>
              <a:avLst/>
              <a:gdLst>
                <a:gd name="T0" fmla="*/ 38 w 47"/>
                <a:gd name="T1" fmla="*/ 36 h 151"/>
                <a:gd name="T2" fmla="*/ 46 w 47"/>
                <a:gd name="T3" fmla="*/ 0 h 151"/>
                <a:gd name="T4" fmla="*/ 17 w 47"/>
                <a:gd name="T5" fmla="*/ 0 h 151"/>
                <a:gd name="T6" fmla="*/ 0 w 47"/>
                <a:gd name="T7" fmla="*/ 53 h 151"/>
                <a:gd name="T8" fmla="*/ 0 w 47"/>
                <a:gd name="T9" fmla="*/ 98 h 151"/>
                <a:gd name="T10" fmla="*/ 17 w 47"/>
                <a:gd name="T11" fmla="*/ 151 h 151"/>
                <a:gd name="T12" fmla="*/ 47 w 47"/>
                <a:gd name="T13" fmla="*/ 151 h 151"/>
                <a:gd name="T14" fmla="*/ 38 w 47"/>
                <a:gd name="T15" fmla="*/ 114 h 151"/>
                <a:gd name="T16" fmla="*/ 38 w 47"/>
                <a:gd name="T17" fmla="*/ 3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51">
                  <a:moveTo>
                    <a:pt x="38" y="36"/>
                  </a:moveTo>
                  <a:cubicBezTo>
                    <a:pt x="38" y="27"/>
                    <a:pt x="41" y="13"/>
                    <a:pt x="46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39"/>
                    <a:pt x="0" y="53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12"/>
                    <a:pt x="8" y="151"/>
                    <a:pt x="17" y="151"/>
                  </a:cubicBezTo>
                  <a:cubicBezTo>
                    <a:pt x="47" y="151"/>
                    <a:pt x="47" y="151"/>
                    <a:pt x="47" y="151"/>
                  </a:cubicBezTo>
                  <a:cubicBezTo>
                    <a:pt x="41" y="137"/>
                    <a:pt x="38" y="123"/>
                    <a:pt x="38" y="114"/>
                  </a:cubicBezTo>
                  <a:lnTo>
                    <a:pt x="3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29" name="Freeform 175">
              <a:extLst>
                <a:ext uri="{FF2B5EF4-FFF2-40B4-BE49-F238E27FC236}">
                  <a16:creationId xmlns:a16="http://schemas.microsoft.com/office/drawing/2014/main" id="{F5820804-6641-47F4-898A-34436C901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638" y="3554414"/>
              <a:ext cx="161925" cy="260350"/>
            </a:xfrm>
            <a:custGeom>
              <a:avLst/>
              <a:gdLst>
                <a:gd name="T0" fmla="*/ 17 w 180"/>
                <a:gd name="T1" fmla="*/ 100 h 289"/>
                <a:gd name="T2" fmla="*/ 0 w 180"/>
                <a:gd name="T3" fmla="*/ 149 h 289"/>
                <a:gd name="T4" fmla="*/ 0 w 180"/>
                <a:gd name="T5" fmla="*/ 227 h 289"/>
                <a:gd name="T6" fmla="*/ 36 w 180"/>
                <a:gd name="T7" fmla="*/ 289 h 289"/>
                <a:gd name="T8" fmla="*/ 131 w 180"/>
                <a:gd name="T9" fmla="*/ 289 h 289"/>
                <a:gd name="T10" fmla="*/ 166 w 180"/>
                <a:gd name="T11" fmla="*/ 255 h 289"/>
                <a:gd name="T12" fmla="*/ 167 w 180"/>
                <a:gd name="T13" fmla="*/ 253 h 289"/>
                <a:gd name="T14" fmla="*/ 94 w 180"/>
                <a:gd name="T15" fmla="*/ 253 h 289"/>
                <a:gd name="T16" fmla="*/ 82 w 180"/>
                <a:gd name="T17" fmla="*/ 241 h 289"/>
                <a:gd name="T18" fmla="*/ 94 w 180"/>
                <a:gd name="T19" fmla="*/ 230 h 289"/>
                <a:gd name="T20" fmla="*/ 169 w 180"/>
                <a:gd name="T21" fmla="*/ 230 h 289"/>
                <a:gd name="T22" fmla="*/ 172 w 180"/>
                <a:gd name="T23" fmla="*/ 199 h 289"/>
                <a:gd name="T24" fmla="*/ 94 w 180"/>
                <a:gd name="T25" fmla="*/ 199 h 289"/>
                <a:gd name="T26" fmla="*/ 82 w 180"/>
                <a:gd name="T27" fmla="*/ 188 h 289"/>
                <a:gd name="T28" fmla="*/ 94 w 180"/>
                <a:gd name="T29" fmla="*/ 177 h 289"/>
                <a:gd name="T30" fmla="*/ 175 w 180"/>
                <a:gd name="T31" fmla="*/ 177 h 289"/>
                <a:gd name="T32" fmla="*/ 178 w 180"/>
                <a:gd name="T33" fmla="*/ 146 h 289"/>
                <a:gd name="T34" fmla="*/ 94 w 180"/>
                <a:gd name="T35" fmla="*/ 146 h 289"/>
                <a:gd name="T36" fmla="*/ 82 w 180"/>
                <a:gd name="T37" fmla="*/ 135 h 289"/>
                <a:gd name="T38" fmla="*/ 94 w 180"/>
                <a:gd name="T39" fmla="*/ 124 h 289"/>
                <a:gd name="T40" fmla="*/ 180 w 180"/>
                <a:gd name="T41" fmla="*/ 124 h 289"/>
                <a:gd name="T42" fmla="*/ 180 w 180"/>
                <a:gd name="T43" fmla="*/ 121 h 289"/>
                <a:gd name="T44" fmla="*/ 145 w 180"/>
                <a:gd name="T45" fmla="*/ 87 h 289"/>
                <a:gd name="T46" fmla="*/ 82 w 180"/>
                <a:gd name="T47" fmla="*/ 87 h 289"/>
                <a:gd name="T48" fmla="*/ 84 w 180"/>
                <a:gd name="T49" fmla="*/ 71 h 289"/>
                <a:gd name="T50" fmla="*/ 90 w 180"/>
                <a:gd name="T51" fmla="*/ 38 h 289"/>
                <a:gd name="T52" fmla="*/ 64 w 180"/>
                <a:gd name="T53" fmla="*/ 2 h 289"/>
                <a:gd name="T54" fmla="*/ 29 w 180"/>
                <a:gd name="T55" fmla="*/ 28 h 289"/>
                <a:gd name="T56" fmla="*/ 21 w 180"/>
                <a:gd name="T57" fmla="*/ 74 h 289"/>
                <a:gd name="T58" fmla="*/ 17 w 180"/>
                <a:gd name="T59" fmla="*/ 10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80" h="289">
                  <a:moveTo>
                    <a:pt x="17" y="100"/>
                  </a:moveTo>
                  <a:cubicBezTo>
                    <a:pt x="7" y="114"/>
                    <a:pt x="0" y="137"/>
                    <a:pt x="0" y="149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46"/>
                    <a:pt x="16" y="289"/>
                    <a:pt x="36" y="289"/>
                  </a:cubicBezTo>
                  <a:cubicBezTo>
                    <a:pt x="131" y="289"/>
                    <a:pt x="131" y="289"/>
                    <a:pt x="131" y="289"/>
                  </a:cubicBezTo>
                  <a:cubicBezTo>
                    <a:pt x="150" y="289"/>
                    <a:pt x="166" y="274"/>
                    <a:pt x="166" y="255"/>
                  </a:cubicBezTo>
                  <a:cubicBezTo>
                    <a:pt x="167" y="253"/>
                    <a:pt x="167" y="253"/>
                    <a:pt x="167" y="253"/>
                  </a:cubicBezTo>
                  <a:cubicBezTo>
                    <a:pt x="94" y="253"/>
                    <a:pt x="94" y="253"/>
                    <a:pt x="94" y="253"/>
                  </a:cubicBezTo>
                  <a:cubicBezTo>
                    <a:pt x="87" y="253"/>
                    <a:pt x="82" y="248"/>
                    <a:pt x="82" y="241"/>
                  </a:cubicBezTo>
                  <a:cubicBezTo>
                    <a:pt x="82" y="235"/>
                    <a:pt x="87" y="230"/>
                    <a:pt x="94" y="230"/>
                  </a:cubicBezTo>
                  <a:cubicBezTo>
                    <a:pt x="169" y="230"/>
                    <a:pt x="169" y="230"/>
                    <a:pt x="169" y="230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94" y="199"/>
                    <a:pt x="94" y="199"/>
                    <a:pt x="94" y="199"/>
                  </a:cubicBezTo>
                  <a:cubicBezTo>
                    <a:pt x="87" y="199"/>
                    <a:pt x="82" y="194"/>
                    <a:pt x="82" y="188"/>
                  </a:cubicBezTo>
                  <a:cubicBezTo>
                    <a:pt x="82" y="182"/>
                    <a:pt x="87" y="177"/>
                    <a:pt x="94" y="177"/>
                  </a:cubicBezTo>
                  <a:cubicBezTo>
                    <a:pt x="175" y="177"/>
                    <a:pt x="175" y="177"/>
                    <a:pt x="175" y="177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94" y="146"/>
                    <a:pt x="94" y="146"/>
                    <a:pt x="94" y="146"/>
                  </a:cubicBezTo>
                  <a:cubicBezTo>
                    <a:pt x="87" y="146"/>
                    <a:pt x="82" y="141"/>
                    <a:pt x="82" y="135"/>
                  </a:cubicBezTo>
                  <a:cubicBezTo>
                    <a:pt x="82" y="129"/>
                    <a:pt x="87" y="124"/>
                    <a:pt x="94" y="124"/>
                  </a:cubicBezTo>
                  <a:cubicBezTo>
                    <a:pt x="180" y="124"/>
                    <a:pt x="180" y="124"/>
                    <a:pt x="180" y="124"/>
                  </a:cubicBezTo>
                  <a:cubicBezTo>
                    <a:pt x="180" y="121"/>
                    <a:pt x="180" y="121"/>
                    <a:pt x="180" y="121"/>
                  </a:cubicBezTo>
                  <a:cubicBezTo>
                    <a:pt x="180" y="102"/>
                    <a:pt x="164" y="87"/>
                    <a:pt x="145" y="87"/>
                  </a:cubicBezTo>
                  <a:cubicBezTo>
                    <a:pt x="82" y="87"/>
                    <a:pt x="82" y="87"/>
                    <a:pt x="82" y="87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2" y="21"/>
                    <a:pt x="81" y="5"/>
                    <a:pt x="64" y="2"/>
                  </a:cubicBezTo>
                  <a:cubicBezTo>
                    <a:pt x="47" y="0"/>
                    <a:pt x="32" y="11"/>
                    <a:pt x="29" y="28"/>
                  </a:cubicBezTo>
                  <a:cubicBezTo>
                    <a:pt x="21" y="74"/>
                    <a:pt x="21" y="74"/>
                    <a:pt x="21" y="74"/>
                  </a:cubicBezTo>
                  <a:lnTo>
                    <a:pt x="17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2E2BAB6A-F0CB-4BCB-99B2-1DBCB40A87D8}"/>
              </a:ext>
            </a:extLst>
          </p:cNvPr>
          <p:cNvSpPr/>
          <p:nvPr/>
        </p:nvSpPr>
        <p:spPr>
          <a:xfrm rot="2697175">
            <a:off x="5328652" y="1820268"/>
            <a:ext cx="703957" cy="7039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1" name="Freeform 367">
            <a:extLst>
              <a:ext uri="{FF2B5EF4-FFF2-40B4-BE49-F238E27FC236}">
                <a16:creationId xmlns:a16="http://schemas.microsoft.com/office/drawing/2014/main" id="{CE5FEE32-697E-4A0E-A612-34D8C7EFBC72}"/>
              </a:ext>
            </a:extLst>
          </p:cNvPr>
          <p:cNvSpPr>
            <a:spLocks noEditPoints="1"/>
          </p:cNvSpPr>
          <p:nvPr/>
        </p:nvSpPr>
        <p:spPr bwMode="auto">
          <a:xfrm>
            <a:off x="8911729" y="2018656"/>
            <a:ext cx="334849" cy="356734"/>
          </a:xfrm>
          <a:custGeom>
            <a:avLst/>
            <a:gdLst>
              <a:gd name="T0" fmla="*/ 251 w 269"/>
              <a:gd name="T1" fmla="*/ 192 h 288"/>
              <a:gd name="T2" fmla="*/ 234 w 269"/>
              <a:gd name="T3" fmla="*/ 209 h 288"/>
              <a:gd name="T4" fmla="*/ 234 w 269"/>
              <a:gd name="T5" fmla="*/ 211 h 288"/>
              <a:gd name="T6" fmla="*/ 201 w 269"/>
              <a:gd name="T7" fmla="*/ 233 h 288"/>
              <a:gd name="T8" fmla="*/ 160 w 269"/>
              <a:gd name="T9" fmla="*/ 240 h 288"/>
              <a:gd name="T10" fmla="*/ 148 w 269"/>
              <a:gd name="T11" fmla="*/ 187 h 288"/>
              <a:gd name="T12" fmla="*/ 146 w 269"/>
              <a:gd name="T13" fmla="*/ 121 h 288"/>
              <a:gd name="T14" fmla="*/ 193 w 269"/>
              <a:gd name="T15" fmla="*/ 121 h 288"/>
              <a:gd name="T16" fmla="*/ 211 w 269"/>
              <a:gd name="T17" fmla="*/ 117 h 288"/>
              <a:gd name="T18" fmla="*/ 222 w 269"/>
              <a:gd name="T19" fmla="*/ 123 h 288"/>
              <a:gd name="T20" fmla="*/ 236 w 269"/>
              <a:gd name="T21" fmla="*/ 109 h 288"/>
              <a:gd name="T22" fmla="*/ 222 w 269"/>
              <a:gd name="T23" fmla="*/ 95 h 288"/>
              <a:gd name="T24" fmla="*/ 210 w 269"/>
              <a:gd name="T25" fmla="*/ 101 h 288"/>
              <a:gd name="T26" fmla="*/ 145 w 269"/>
              <a:gd name="T27" fmla="*/ 101 h 288"/>
              <a:gd name="T28" fmla="*/ 144 w 269"/>
              <a:gd name="T29" fmla="*/ 68 h 288"/>
              <a:gd name="T30" fmla="*/ 169 w 269"/>
              <a:gd name="T31" fmla="*/ 35 h 288"/>
              <a:gd name="T32" fmla="*/ 134 w 269"/>
              <a:gd name="T33" fmla="*/ 0 h 288"/>
              <a:gd name="T34" fmla="*/ 99 w 269"/>
              <a:gd name="T35" fmla="*/ 35 h 288"/>
              <a:gd name="T36" fmla="*/ 124 w 269"/>
              <a:gd name="T37" fmla="*/ 68 h 288"/>
              <a:gd name="T38" fmla="*/ 123 w 269"/>
              <a:gd name="T39" fmla="*/ 101 h 288"/>
              <a:gd name="T40" fmla="*/ 58 w 269"/>
              <a:gd name="T41" fmla="*/ 101 h 288"/>
              <a:gd name="T42" fmla="*/ 46 w 269"/>
              <a:gd name="T43" fmla="*/ 95 h 288"/>
              <a:gd name="T44" fmla="*/ 32 w 269"/>
              <a:gd name="T45" fmla="*/ 109 h 288"/>
              <a:gd name="T46" fmla="*/ 46 w 269"/>
              <a:gd name="T47" fmla="*/ 123 h 288"/>
              <a:gd name="T48" fmla="*/ 57 w 269"/>
              <a:gd name="T49" fmla="*/ 117 h 288"/>
              <a:gd name="T50" fmla="*/ 76 w 269"/>
              <a:gd name="T51" fmla="*/ 121 h 288"/>
              <a:gd name="T52" fmla="*/ 122 w 269"/>
              <a:gd name="T53" fmla="*/ 121 h 288"/>
              <a:gd name="T54" fmla="*/ 120 w 269"/>
              <a:gd name="T55" fmla="*/ 187 h 288"/>
              <a:gd name="T56" fmla="*/ 109 w 269"/>
              <a:gd name="T57" fmla="*/ 239 h 288"/>
              <a:gd name="T58" fmla="*/ 59 w 269"/>
              <a:gd name="T59" fmla="*/ 227 h 288"/>
              <a:gd name="T60" fmla="*/ 34 w 269"/>
              <a:gd name="T61" fmla="*/ 212 h 288"/>
              <a:gd name="T62" fmla="*/ 35 w 269"/>
              <a:gd name="T63" fmla="*/ 209 h 288"/>
              <a:gd name="T64" fmla="*/ 17 w 269"/>
              <a:gd name="T65" fmla="*/ 192 h 288"/>
              <a:gd name="T66" fmla="*/ 0 w 269"/>
              <a:gd name="T67" fmla="*/ 209 h 288"/>
              <a:gd name="T68" fmla="*/ 17 w 269"/>
              <a:gd name="T69" fmla="*/ 227 h 288"/>
              <a:gd name="T70" fmla="*/ 21 w 269"/>
              <a:gd name="T71" fmla="*/ 226 h 288"/>
              <a:gd name="T72" fmla="*/ 48 w 269"/>
              <a:gd name="T73" fmla="*/ 247 h 288"/>
              <a:gd name="T74" fmla="*/ 102 w 269"/>
              <a:gd name="T75" fmla="*/ 273 h 288"/>
              <a:gd name="T76" fmla="*/ 135 w 269"/>
              <a:gd name="T77" fmla="*/ 288 h 288"/>
              <a:gd name="T78" fmla="*/ 166 w 269"/>
              <a:gd name="T79" fmla="*/ 273 h 288"/>
              <a:gd name="T80" fmla="*/ 220 w 269"/>
              <a:gd name="T81" fmla="*/ 247 h 288"/>
              <a:gd name="T82" fmla="*/ 247 w 269"/>
              <a:gd name="T83" fmla="*/ 226 h 288"/>
              <a:gd name="T84" fmla="*/ 251 w 269"/>
              <a:gd name="T85" fmla="*/ 227 h 288"/>
              <a:gd name="T86" fmla="*/ 269 w 269"/>
              <a:gd name="T87" fmla="*/ 209 h 288"/>
              <a:gd name="T88" fmla="*/ 251 w 269"/>
              <a:gd name="T89" fmla="*/ 192 h 288"/>
              <a:gd name="T90" fmla="*/ 115 w 269"/>
              <a:gd name="T91" fmla="*/ 35 h 288"/>
              <a:gd name="T92" fmla="*/ 134 w 269"/>
              <a:gd name="T93" fmla="*/ 16 h 288"/>
              <a:gd name="T94" fmla="*/ 152 w 269"/>
              <a:gd name="T95" fmla="*/ 35 h 288"/>
              <a:gd name="T96" fmla="*/ 134 w 269"/>
              <a:gd name="T97" fmla="*/ 53 h 288"/>
              <a:gd name="T98" fmla="*/ 115 w 269"/>
              <a:gd name="T99" fmla="*/ 35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69" h="288">
                <a:moveTo>
                  <a:pt x="251" y="192"/>
                </a:moveTo>
                <a:cubicBezTo>
                  <a:pt x="241" y="192"/>
                  <a:pt x="234" y="200"/>
                  <a:pt x="234" y="209"/>
                </a:cubicBezTo>
                <a:cubicBezTo>
                  <a:pt x="234" y="210"/>
                  <a:pt x="234" y="211"/>
                  <a:pt x="234" y="211"/>
                </a:cubicBezTo>
                <a:cubicBezTo>
                  <a:pt x="226" y="217"/>
                  <a:pt x="215" y="224"/>
                  <a:pt x="201" y="233"/>
                </a:cubicBezTo>
                <a:cubicBezTo>
                  <a:pt x="189" y="240"/>
                  <a:pt x="174" y="241"/>
                  <a:pt x="160" y="240"/>
                </a:cubicBezTo>
                <a:cubicBezTo>
                  <a:pt x="148" y="187"/>
                  <a:pt x="148" y="187"/>
                  <a:pt x="148" y="187"/>
                </a:cubicBezTo>
                <a:cubicBezTo>
                  <a:pt x="148" y="187"/>
                  <a:pt x="147" y="153"/>
                  <a:pt x="146" y="121"/>
                </a:cubicBezTo>
                <a:cubicBezTo>
                  <a:pt x="193" y="121"/>
                  <a:pt x="193" y="121"/>
                  <a:pt x="193" y="121"/>
                </a:cubicBezTo>
                <a:cubicBezTo>
                  <a:pt x="211" y="117"/>
                  <a:pt x="211" y="117"/>
                  <a:pt x="211" y="117"/>
                </a:cubicBezTo>
                <a:cubicBezTo>
                  <a:pt x="213" y="120"/>
                  <a:pt x="217" y="123"/>
                  <a:pt x="222" y="123"/>
                </a:cubicBezTo>
                <a:cubicBezTo>
                  <a:pt x="230" y="123"/>
                  <a:pt x="236" y="116"/>
                  <a:pt x="236" y="109"/>
                </a:cubicBezTo>
                <a:cubicBezTo>
                  <a:pt x="236" y="101"/>
                  <a:pt x="230" y="95"/>
                  <a:pt x="222" y="95"/>
                </a:cubicBezTo>
                <a:cubicBezTo>
                  <a:pt x="217" y="95"/>
                  <a:pt x="213" y="97"/>
                  <a:pt x="210" y="101"/>
                </a:cubicBezTo>
                <a:cubicBezTo>
                  <a:pt x="145" y="101"/>
                  <a:pt x="145" y="101"/>
                  <a:pt x="145" y="101"/>
                </a:cubicBezTo>
                <a:cubicBezTo>
                  <a:pt x="145" y="87"/>
                  <a:pt x="144" y="75"/>
                  <a:pt x="144" y="68"/>
                </a:cubicBezTo>
                <a:cubicBezTo>
                  <a:pt x="158" y="63"/>
                  <a:pt x="169" y="50"/>
                  <a:pt x="169" y="35"/>
                </a:cubicBezTo>
                <a:cubicBezTo>
                  <a:pt x="169" y="16"/>
                  <a:pt x="153" y="0"/>
                  <a:pt x="134" y="0"/>
                </a:cubicBezTo>
                <a:cubicBezTo>
                  <a:pt x="115" y="0"/>
                  <a:pt x="99" y="16"/>
                  <a:pt x="99" y="35"/>
                </a:cubicBezTo>
                <a:cubicBezTo>
                  <a:pt x="99" y="50"/>
                  <a:pt x="110" y="64"/>
                  <a:pt x="124" y="68"/>
                </a:cubicBezTo>
                <a:cubicBezTo>
                  <a:pt x="124" y="75"/>
                  <a:pt x="124" y="87"/>
                  <a:pt x="123" y="101"/>
                </a:cubicBezTo>
                <a:cubicBezTo>
                  <a:pt x="58" y="101"/>
                  <a:pt x="58" y="101"/>
                  <a:pt x="58" y="101"/>
                </a:cubicBezTo>
                <a:cubicBezTo>
                  <a:pt x="55" y="97"/>
                  <a:pt x="51" y="95"/>
                  <a:pt x="46" y="95"/>
                </a:cubicBezTo>
                <a:cubicBezTo>
                  <a:pt x="38" y="95"/>
                  <a:pt x="32" y="101"/>
                  <a:pt x="32" y="109"/>
                </a:cubicBezTo>
                <a:cubicBezTo>
                  <a:pt x="32" y="116"/>
                  <a:pt x="38" y="123"/>
                  <a:pt x="46" y="123"/>
                </a:cubicBezTo>
                <a:cubicBezTo>
                  <a:pt x="51" y="123"/>
                  <a:pt x="55" y="120"/>
                  <a:pt x="57" y="117"/>
                </a:cubicBezTo>
                <a:cubicBezTo>
                  <a:pt x="76" y="121"/>
                  <a:pt x="76" y="121"/>
                  <a:pt x="76" y="121"/>
                </a:cubicBezTo>
                <a:cubicBezTo>
                  <a:pt x="122" y="121"/>
                  <a:pt x="122" y="121"/>
                  <a:pt x="122" y="121"/>
                </a:cubicBezTo>
                <a:cubicBezTo>
                  <a:pt x="121" y="153"/>
                  <a:pt x="120" y="187"/>
                  <a:pt x="120" y="187"/>
                </a:cubicBezTo>
                <a:cubicBezTo>
                  <a:pt x="109" y="239"/>
                  <a:pt x="109" y="239"/>
                  <a:pt x="109" y="239"/>
                </a:cubicBezTo>
                <a:cubicBezTo>
                  <a:pt x="91" y="239"/>
                  <a:pt x="73" y="237"/>
                  <a:pt x="59" y="227"/>
                </a:cubicBezTo>
                <a:cubicBezTo>
                  <a:pt x="49" y="221"/>
                  <a:pt x="41" y="217"/>
                  <a:pt x="34" y="212"/>
                </a:cubicBezTo>
                <a:cubicBezTo>
                  <a:pt x="35" y="211"/>
                  <a:pt x="35" y="210"/>
                  <a:pt x="35" y="209"/>
                </a:cubicBezTo>
                <a:cubicBezTo>
                  <a:pt x="35" y="200"/>
                  <a:pt x="27" y="192"/>
                  <a:pt x="17" y="192"/>
                </a:cubicBezTo>
                <a:cubicBezTo>
                  <a:pt x="8" y="192"/>
                  <a:pt x="0" y="200"/>
                  <a:pt x="0" y="209"/>
                </a:cubicBezTo>
                <a:cubicBezTo>
                  <a:pt x="0" y="219"/>
                  <a:pt x="8" y="227"/>
                  <a:pt x="17" y="227"/>
                </a:cubicBezTo>
                <a:cubicBezTo>
                  <a:pt x="19" y="227"/>
                  <a:pt x="20" y="227"/>
                  <a:pt x="21" y="226"/>
                </a:cubicBezTo>
                <a:cubicBezTo>
                  <a:pt x="28" y="232"/>
                  <a:pt x="37" y="239"/>
                  <a:pt x="48" y="247"/>
                </a:cubicBezTo>
                <a:cubicBezTo>
                  <a:pt x="64" y="257"/>
                  <a:pt x="82" y="267"/>
                  <a:pt x="102" y="273"/>
                </a:cubicBezTo>
                <a:cubicBezTo>
                  <a:pt x="105" y="274"/>
                  <a:pt x="128" y="288"/>
                  <a:pt x="135" y="288"/>
                </a:cubicBezTo>
                <a:cubicBezTo>
                  <a:pt x="141" y="288"/>
                  <a:pt x="161" y="276"/>
                  <a:pt x="166" y="273"/>
                </a:cubicBezTo>
                <a:cubicBezTo>
                  <a:pt x="186" y="267"/>
                  <a:pt x="205" y="257"/>
                  <a:pt x="220" y="247"/>
                </a:cubicBezTo>
                <a:cubicBezTo>
                  <a:pt x="231" y="239"/>
                  <a:pt x="241" y="232"/>
                  <a:pt x="247" y="226"/>
                </a:cubicBezTo>
                <a:cubicBezTo>
                  <a:pt x="248" y="227"/>
                  <a:pt x="250" y="227"/>
                  <a:pt x="251" y="227"/>
                </a:cubicBezTo>
                <a:cubicBezTo>
                  <a:pt x="261" y="227"/>
                  <a:pt x="269" y="219"/>
                  <a:pt x="269" y="209"/>
                </a:cubicBezTo>
                <a:cubicBezTo>
                  <a:pt x="269" y="200"/>
                  <a:pt x="261" y="192"/>
                  <a:pt x="251" y="192"/>
                </a:cubicBezTo>
                <a:close/>
                <a:moveTo>
                  <a:pt x="115" y="35"/>
                </a:moveTo>
                <a:cubicBezTo>
                  <a:pt x="115" y="25"/>
                  <a:pt x="124" y="16"/>
                  <a:pt x="134" y="16"/>
                </a:cubicBezTo>
                <a:cubicBezTo>
                  <a:pt x="144" y="16"/>
                  <a:pt x="152" y="25"/>
                  <a:pt x="152" y="35"/>
                </a:cubicBezTo>
                <a:cubicBezTo>
                  <a:pt x="152" y="45"/>
                  <a:pt x="144" y="53"/>
                  <a:pt x="134" y="53"/>
                </a:cubicBezTo>
                <a:cubicBezTo>
                  <a:pt x="124" y="53"/>
                  <a:pt x="115" y="45"/>
                  <a:pt x="115" y="3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5E8E49-3523-41C9-8594-65F935942D0D}"/>
              </a:ext>
            </a:extLst>
          </p:cNvPr>
          <p:cNvSpPr/>
          <p:nvPr/>
        </p:nvSpPr>
        <p:spPr>
          <a:xfrm rot="2697175">
            <a:off x="8709915" y="1825704"/>
            <a:ext cx="703957" cy="7039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A6ED440-4C69-4D85-9DC4-22FF4DA15074}"/>
              </a:ext>
            </a:extLst>
          </p:cNvPr>
          <p:cNvGrpSpPr/>
          <p:nvPr/>
        </p:nvGrpSpPr>
        <p:grpSpPr>
          <a:xfrm>
            <a:off x="5732455" y="4070913"/>
            <a:ext cx="356760" cy="367978"/>
            <a:chOff x="9117013" y="5110164"/>
            <a:chExt cx="252413" cy="260350"/>
          </a:xfrm>
          <a:solidFill>
            <a:srgbClr val="FF0000"/>
          </a:solidFill>
        </p:grpSpPr>
        <p:sp>
          <p:nvSpPr>
            <p:cNvPr id="34" name="Freeform 378">
              <a:extLst>
                <a:ext uri="{FF2B5EF4-FFF2-40B4-BE49-F238E27FC236}">
                  <a16:creationId xmlns:a16="http://schemas.microsoft.com/office/drawing/2014/main" id="{B66E01C7-6A8E-4EC3-A888-7C61F265B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7013" y="5273676"/>
              <a:ext cx="252413" cy="96838"/>
            </a:xfrm>
            <a:custGeom>
              <a:avLst/>
              <a:gdLst>
                <a:gd name="T0" fmla="*/ 34 w 280"/>
                <a:gd name="T1" fmla="*/ 75 h 108"/>
                <a:gd name="T2" fmla="*/ 10 w 280"/>
                <a:gd name="T3" fmla="*/ 75 h 108"/>
                <a:gd name="T4" fmla="*/ 0 w 280"/>
                <a:gd name="T5" fmla="*/ 85 h 108"/>
                <a:gd name="T6" fmla="*/ 0 w 280"/>
                <a:gd name="T7" fmla="*/ 98 h 108"/>
                <a:gd name="T8" fmla="*/ 10 w 280"/>
                <a:gd name="T9" fmla="*/ 108 h 108"/>
                <a:gd name="T10" fmla="*/ 270 w 280"/>
                <a:gd name="T11" fmla="*/ 108 h 108"/>
                <a:gd name="T12" fmla="*/ 280 w 280"/>
                <a:gd name="T13" fmla="*/ 98 h 108"/>
                <a:gd name="T14" fmla="*/ 280 w 280"/>
                <a:gd name="T15" fmla="*/ 85 h 108"/>
                <a:gd name="T16" fmla="*/ 270 w 280"/>
                <a:gd name="T17" fmla="*/ 75 h 108"/>
                <a:gd name="T18" fmla="*/ 248 w 280"/>
                <a:gd name="T19" fmla="*/ 75 h 108"/>
                <a:gd name="T20" fmla="*/ 220 w 280"/>
                <a:gd name="T21" fmla="*/ 0 h 108"/>
                <a:gd name="T22" fmla="*/ 62 w 280"/>
                <a:gd name="T23" fmla="*/ 0 h 108"/>
                <a:gd name="T24" fmla="*/ 34 w 280"/>
                <a:gd name="T25" fmla="*/ 7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0" h="108">
                  <a:moveTo>
                    <a:pt x="34" y="75"/>
                  </a:moveTo>
                  <a:cubicBezTo>
                    <a:pt x="10" y="75"/>
                    <a:pt x="10" y="75"/>
                    <a:pt x="10" y="75"/>
                  </a:cubicBezTo>
                  <a:cubicBezTo>
                    <a:pt x="5" y="75"/>
                    <a:pt x="0" y="79"/>
                    <a:pt x="0" y="85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03"/>
                    <a:pt x="5" y="108"/>
                    <a:pt x="10" y="108"/>
                  </a:cubicBezTo>
                  <a:cubicBezTo>
                    <a:pt x="270" y="108"/>
                    <a:pt x="270" y="108"/>
                    <a:pt x="270" y="108"/>
                  </a:cubicBezTo>
                  <a:cubicBezTo>
                    <a:pt x="276" y="108"/>
                    <a:pt x="280" y="103"/>
                    <a:pt x="280" y="98"/>
                  </a:cubicBezTo>
                  <a:cubicBezTo>
                    <a:pt x="280" y="85"/>
                    <a:pt x="280" y="85"/>
                    <a:pt x="280" y="85"/>
                  </a:cubicBezTo>
                  <a:cubicBezTo>
                    <a:pt x="280" y="79"/>
                    <a:pt x="276" y="75"/>
                    <a:pt x="270" y="75"/>
                  </a:cubicBezTo>
                  <a:cubicBezTo>
                    <a:pt x="248" y="75"/>
                    <a:pt x="248" y="75"/>
                    <a:pt x="248" y="75"/>
                  </a:cubicBezTo>
                  <a:cubicBezTo>
                    <a:pt x="220" y="0"/>
                    <a:pt x="220" y="0"/>
                    <a:pt x="220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34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5" name="Freeform 379">
              <a:extLst>
                <a:ext uri="{FF2B5EF4-FFF2-40B4-BE49-F238E27FC236}">
                  <a16:creationId xmlns:a16="http://schemas.microsoft.com/office/drawing/2014/main" id="{5C1B0881-20DE-4219-A077-7E5EF7F8E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9088" y="5110164"/>
              <a:ext cx="69850" cy="68263"/>
            </a:xfrm>
            <a:custGeom>
              <a:avLst/>
              <a:gdLst>
                <a:gd name="T0" fmla="*/ 54 w 78"/>
                <a:gd name="T1" fmla="*/ 9 h 75"/>
                <a:gd name="T2" fmla="*/ 39 w 78"/>
                <a:gd name="T3" fmla="*/ 0 h 75"/>
                <a:gd name="T4" fmla="*/ 24 w 78"/>
                <a:gd name="T5" fmla="*/ 10 h 75"/>
                <a:gd name="T6" fmla="*/ 0 w 78"/>
                <a:gd name="T7" fmla="*/ 75 h 75"/>
                <a:gd name="T8" fmla="*/ 78 w 78"/>
                <a:gd name="T9" fmla="*/ 75 h 75"/>
                <a:gd name="T10" fmla="*/ 54 w 78"/>
                <a:gd name="T11" fmla="*/ 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75">
                  <a:moveTo>
                    <a:pt x="54" y="9"/>
                  </a:moveTo>
                  <a:cubicBezTo>
                    <a:pt x="54" y="9"/>
                    <a:pt x="52" y="0"/>
                    <a:pt x="39" y="0"/>
                  </a:cubicBezTo>
                  <a:cubicBezTo>
                    <a:pt x="26" y="0"/>
                    <a:pt x="24" y="10"/>
                    <a:pt x="24" y="1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78" y="75"/>
                    <a:pt x="78" y="75"/>
                    <a:pt x="78" y="75"/>
                  </a:cubicBezTo>
                  <a:lnTo>
                    <a:pt x="54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36" name="Freeform 380">
              <a:extLst>
                <a:ext uri="{FF2B5EF4-FFF2-40B4-BE49-F238E27FC236}">
                  <a16:creationId xmlns:a16="http://schemas.microsoft.com/office/drawing/2014/main" id="{7A9929C5-B9F0-4878-A771-1B3E44B30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2101" y="5203826"/>
              <a:ext cx="122238" cy="44450"/>
            </a:xfrm>
            <a:custGeom>
              <a:avLst/>
              <a:gdLst>
                <a:gd name="T0" fmla="*/ 10 w 77"/>
                <a:gd name="T1" fmla="*/ 0 h 28"/>
                <a:gd name="T2" fmla="*/ 0 w 77"/>
                <a:gd name="T3" fmla="*/ 28 h 28"/>
                <a:gd name="T4" fmla="*/ 77 w 77"/>
                <a:gd name="T5" fmla="*/ 28 h 28"/>
                <a:gd name="T6" fmla="*/ 67 w 77"/>
                <a:gd name="T7" fmla="*/ 0 h 28"/>
                <a:gd name="T8" fmla="*/ 10 w 77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28">
                  <a:moveTo>
                    <a:pt x="10" y="0"/>
                  </a:moveTo>
                  <a:lnTo>
                    <a:pt x="0" y="28"/>
                  </a:lnTo>
                  <a:lnTo>
                    <a:pt x="77" y="28"/>
                  </a:lnTo>
                  <a:lnTo>
                    <a:pt x="67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CDA7C065-7A72-452F-A8A4-D2B999A3343D}"/>
              </a:ext>
            </a:extLst>
          </p:cNvPr>
          <p:cNvSpPr/>
          <p:nvPr/>
        </p:nvSpPr>
        <p:spPr>
          <a:xfrm rot="2697175">
            <a:off x="5546946" y="3897596"/>
            <a:ext cx="703957" cy="7039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B80BB30-F58F-44D9-AE61-144F4FBF95BD}"/>
              </a:ext>
            </a:extLst>
          </p:cNvPr>
          <p:cNvGrpSpPr/>
          <p:nvPr/>
        </p:nvGrpSpPr>
        <p:grpSpPr>
          <a:xfrm>
            <a:off x="8740148" y="4121444"/>
            <a:ext cx="318623" cy="316668"/>
            <a:chOff x="9631363" y="4592639"/>
            <a:chExt cx="258763" cy="257175"/>
          </a:xfrm>
          <a:solidFill>
            <a:srgbClr val="FF0000"/>
          </a:solidFill>
        </p:grpSpPr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32DD2DE-34DF-477E-9F11-431569F318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31363" y="4592639"/>
              <a:ext cx="258763" cy="257175"/>
            </a:xfrm>
            <a:custGeom>
              <a:avLst/>
              <a:gdLst>
                <a:gd name="T0" fmla="*/ 249 w 288"/>
                <a:gd name="T1" fmla="*/ 60 h 286"/>
                <a:gd name="T2" fmla="*/ 138 w 288"/>
                <a:gd name="T3" fmla="*/ 27 h 286"/>
                <a:gd name="T4" fmla="*/ 86 w 288"/>
                <a:gd name="T5" fmla="*/ 0 h 286"/>
                <a:gd name="T6" fmla="*/ 68 w 288"/>
                <a:gd name="T7" fmla="*/ 17 h 286"/>
                <a:gd name="T8" fmla="*/ 68 w 288"/>
                <a:gd name="T9" fmla="*/ 18 h 286"/>
                <a:gd name="T10" fmla="*/ 32 w 288"/>
                <a:gd name="T11" fmla="*/ 104 h 286"/>
                <a:gd name="T12" fmla="*/ 16 w 288"/>
                <a:gd name="T13" fmla="*/ 103 h 286"/>
                <a:gd name="T14" fmla="*/ 0 w 288"/>
                <a:gd name="T15" fmla="*/ 118 h 286"/>
                <a:gd name="T16" fmla="*/ 5 w 288"/>
                <a:gd name="T17" fmla="*/ 182 h 286"/>
                <a:gd name="T18" fmla="*/ 17 w 288"/>
                <a:gd name="T19" fmla="*/ 186 h 286"/>
                <a:gd name="T20" fmla="*/ 75 w 288"/>
                <a:gd name="T21" fmla="*/ 237 h 286"/>
                <a:gd name="T22" fmla="*/ 71 w 288"/>
                <a:gd name="T23" fmla="*/ 270 h 286"/>
                <a:gd name="T24" fmla="*/ 87 w 288"/>
                <a:gd name="T25" fmla="*/ 286 h 286"/>
                <a:gd name="T26" fmla="*/ 150 w 288"/>
                <a:gd name="T27" fmla="*/ 280 h 286"/>
                <a:gd name="T28" fmla="*/ 153 w 288"/>
                <a:gd name="T29" fmla="*/ 268 h 286"/>
                <a:gd name="T30" fmla="*/ 156 w 288"/>
                <a:gd name="T31" fmla="*/ 262 h 286"/>
                <a:gd name="T32" fmla="*/ 162 w 288"/>
                <a:gd name="T33" fmla="*/ 268 h 286"/>
                <a:gd name="T34" fmla="*/ 165 w 288"/>
                <a:gd name="T35" fmla="*/ 280 h 286"/>
                <a:gd name="T36" fmla="*/ 228 w 288"/>
                <a:gd name="T37" fmla="*/ 286 h 286"/>
                <a:gd name="T38" fmla="*/ 244 w 288"/>
                <a:gd name="T39" fmla="*/ 270 h 286"/>
                <a:gd name="T40" fmla="*/ 240 w 288"/>
                <a:gd name="T41" fmla="*/ 236 h 286"/>
                <a:gd name="T42" fmla="*/ 224 w 288"/>
                <a:gd name="T43" fmla="*/ 223 h 286"/>
                <a:gd name="T44" fmla="*/ 224 w 288"/>
                <a:gd name="T45" fmla="*/ 266 h 286"/>
                <a:gd name="T46" fmla="*/ 185 w 288"/>
                <a:gd name="T47" fmla="*/ 240 h 286"/>
                <a:gd name="T48" fmla="*/ 156 w 288"/>
                <a:gd name="T49" fmla="*/ 243 h 286"/>
                <a:gd name="T50" fmla="*/ 130 w 288"/>
                <a:gd name="T51" fmla="*/ 241 h 286"/>
                <a:gd name="T52" fmla="*/ 91 w 288"/>
                <a:gd name="T53" fmla="*/ 266 h 286"/>
                <a:gd name="T54" fmla="*/ 91 w 288"/>
                <a:gd name="T55" fmla="*/ 224 h 286"/>
                <a:gd name="T56" fmla="*/ 46 w 288"/>
                <a:gd name="T57" fmla="*/ 164 h 286"/>
                <a:gd name="T58" fmla="*/ 20 w 288"/>
                <a:gd name="T59" fmla="*/ 122 h 286"/>
                <a:gd name="T60" fmla="*/ 48 w 288"/>
                <a:gd name="T61" fmla="*/ 117 h 286"/>
                <a:gd name="T62" fmla="*/ 88 w 288"/>
                <a:gd name="T63" fmla="*/ 65 h 286"/>
                <a:gd name="T64" fmla="*/ 135 w 288"/>
                <a:gd name="T65" fmla="*/ 47 h 286"/>
                <a:gd name="T66" fmla="*/ 156 w 288"/>
                <a:gd name="T67" fmla="*/ 45 h 286"/>
                <a:gd name="T68" fmla="*/ 269 w 288"/>
                <a:gd name="T69" fmla="*/ 144 h 286"/>
                <a:gd name="T70" fmla="*/ 224 w 288"/>
                <a:gd name="T71" fmla="*/ 223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88" h="286">
                  <a:moveTo>
                    <a:pt x="288" y="144"/>
                  </a:moveTo>
                  <a:cubicBezTo>
                    <a:pt x="288" y="111"/>
                    <a:pt x="273" y="81"/>
                    <a:pt x="249" y="60"/>
                  </a:cubicBezTo>
                  <a:cubicBezTo>
                    <a:pt x="225" y="39"/>
                    <a:pt x="192" y="26"/>
                    <a:pt x="156" y="26"/>
                  </a:cubicBezTo>
                  <a:cubicBezTo>
                    <a:pt x="150" y="26"/>
                    <a:pt x="144" y="26"/>
                    <a:pt x="138" y="27"/>
                  </a:cubicBezTo>
                  <a:cubicBezTo>
                    <a:pt x="94" y="2"/>
                    <a:pt x="94" y="2"/>
                    <a:pt x="94" y="2"/>
                  </a:cubicBezTo>
                  <a:cubicBezTo>
                    <a:pt x="92" y="0"/>
                    <a:pt x="89" y="0"/>
                    <a:pt x="86" y="0"/>
                  </a:cubicBezTo>
                  <a:cubicBezTo>
                    <a:pt x="83" y="0"/>
                    <a:pt x="80" y="0"/>
                    <a:pt x="77" y="2"/>
                  </a:cubicBezTo>
                  <a:cubicBezTo>
                    <a:pt x="72" y="5"/>
                    <a:pt x="68" y="11"/>
                    <a:pt x="68" y="17"/>
                  </a:cubicBezTo>
                  <a:cubicBezTo>
                    <a:pt x="68" y="17"/>
                    <a:pt x="68" y="17"/>
                    <a:pt x="68" y="17"/>
                  </a:cubicBezTo>
                  <a:cubicBezTo>
                    <a:pt x="68" y="17"/>
                    <a:pt x="68" y="17"/>
                    <a:pt x="68" y="18"/>
                  </a:cubicBezTo>
                  <a:cubicBezTo>
                    <a:pt x="69" y="55"/>
                    <a:pt x="69" y="55"/>
                    <a:pt x="69" y="55"/>
                  </a:cubicBezTo>
                  <a:cubicBezTo>
                    <a:pt x="52" y="68"/>
                    <a:pt x="40" y="85"/>
                    <a:pt x="32" y="104"/>
                  </a:cubicBezTo>
                  <a:cubicBezTo>
                    <a:pt x="17" y="103"/>
                    <a:pt x="17" y="103"/>
                    <a:pt x="17" y="103"/>
                  </a:cubicBezTo>
                  <a:cubicBezTo>
                    <a:pt x="17" y="103"/>
                    <a:pt x="16" y="103"/>
                    <a:pt x="16" y="103"/>
                  </a:cubicBezTo>
                  <a:cubicBezTo>
                    <a:pt x="12" y="103"/>
                    <a:pt x="8" y="104"/>
                    <a:pt x="5" y="107"/>
                  </a:cubicBezTo>
                  <a:cubicBezTo>
                    <a:pt x="2" y="110"/>
                    <a:pt x="0" y="114"/>
                    <a:pt x="0" y="118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0" y="175"/>
                    <a:pt x="2" y="179"/>
                    <a:pt x="5" y="182"/>
                  </a:cubicBezTo>
                  <a:cubicBezTo>
                    <a:pt x="8" y="184"/>
                    <a:pt x="12" y="186"/>
                    <a:pt x="16" y="186"/>
                  </a:cubicBezTo>
                  <a:cubicBezTo>
                    <a:pt x="16" y="186"/>
                    <a:pt x="17" y="186"/>
                    <a:pt x="17" y="186"/>
                  </a:cubicBezTo>
                  <a:cubicBezTo>
                    <a:pt x="32" y="184"/>
                    <a:pt x="32" y="184"/>
                    <a:pt x="32" y="184"/>
                  </a:cubicBezTo>
                  <a:cubicBezTo>
                    <a:pt x="41" y="206"/>
                    <a:pt x="56" y="224"/>
                    <a:pt x="75" y="237"/>
                  </a:cubicBezTo>
                  <a:cubicBezTo>
                    <a:pt x="71" y="268"/>
                    <a:pt x="71" y="268"/>
                    <a:pt x="71" y="268"/>
                  </a:cubicBezTo>
                  <a:cubicBezTo>
                    <a:pt x="71" y="269"/>
                    <a:pt x="71" y="269"/>
                    <a:pt x="71" y="270"/>
                  </a:cubicBezTo>
                  <a:cubicBezTo>
                    <a:pt x="71" y="274"/>
                    <a:pt x="73" y="277"/>
                    <a:pt x="75" y="280"/>
                  </a:cubicBezTo>
                  <a:cubicBezTo>
                    <a:pt x="78" y="284"/>
                    <a:pt x="82" y="286"/>
                    <a:pt x="87" y="286"/>
                  </a:cubicBezTo>
                  <a:cubicBezTo>
                    <a:pt x="138" y="286"/>
                    <a:pt x="138" y="286"/>
                    <a:pt x="138" y="286"/>
                  </a:cubicBezTo>
                  <a:cubicBezTo>
                    <a:pt x="142" y="286"/>
                    <a:pt x="147" y="284"/>
                    <a:pt x="150" y="280"/>
                  </a:cubicBezTo>
                  <a:cubicBezTo>
                    <a:pt x="152" y="277"/>
                    <a:pt x="153" y="274"/>
                    <a:pt x="153" y="270"/>
                  </a:cubicBezTo>
                  <a:cubicBezTo>
                    <a:pt x="153" y="269"/>
                    <a:pt x="153" y="269"/>
                    <a:pt x="153" y="268"/>
                  </a:cubicBezTo>
                  <a:cubicBezTo>
                    <a:pt x="153" y="262"/>
                    <a:pt x="153" y="262"/>
                    <a:pt x="153" y="262"/>
                  </a:cubicBezTo>
                  <a:cubicBezTo>
                    <a:pt x="154" y="262"/>
                    <a:pt x="155" y="262"/>
                    <a:pt x="156" y="262"/>
                  </a:cubicBezTo>
                  <a:cubicBezTo>
                    <a:pt x="158" y="262"/>
                    <a:pt x="160" y="262"/>
                    <a:pt x="162" y="262"/>
                  </a:cubicBezTo>
                  <a:cubicBezTo>
                    <a:pt x="162" y="268"/>
                    <a:pt x="162" y="268"/>
                    <a:pt x="162" y="268"/>
                  </a:cubicBezTo>
                  <a:cubicBezTo>
                    <a:pt x="162" y="269"/>
                    <a:pt x="161" y="269"/>
                    <a:pt x="161" y="270"/>
                  </a:cubicBezTo>
                  <a:cubicBezTo>
                    <a:pt x="161" y="274"/>
                    <a:pt x="163" y="277"/>
                    <a:pt x="165" y="280"/>
                  </a:cubicBezTo>
                  <a:cubicBezTo>
                    <a:pt x="168" y="284"/>
                    <a:pt x="173" y="286"/>
                    <a:pt x="177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33" y="285"/>
                    <a:pt x="237" y="284"/>
                    <a:pt x="240" y="280"/>
                  </a:cubicBezTo>
                  <a:cubicBezTo>
                    <a:pt x="242" y="277"/>
                    <a:pt x="244" y="274"/>
                    <a:pt x="244" y="270"/>
                  </a:cubicBezTo>
                  <a:cubicBezTo>
                    <a:pt x="244" y="269"/>
                    <a:pt x="244" y="269"/>
                    <a:pt x="243" y="268"/>
                  </a:cubicBezTo>
                  <a:cubicBezTo>
                    <a:pt x="240" y="236"/>
                    <a:pt x="240" y="236"/>
                    <a:pt x="240" y="236"/>
                  </a:cubicBezTo>
                  <a:cubicBezTo>
                    <a:pt x="269" y="214"/>
                    <a:pt x="288" y="181"/>
                    <a:pt x="288" y="144"/>
                  </a:cubicBezTo>
                  <a:close/>
                  <a:moveTo>
                    <a:pt x="224" y="223"/>
                  </a:moveTo>
                  <a:cubicBezTo>
                    <a:pt x="219" y="226"/>
                    <a:pt x="219" y="226"/>
                    <a:pt x="219" y="226"/>
                  </a:cubicBezTo>
                  <a:cubicBezTo>
                    <a:pt x="224" y="266"/>
                    <a:pt x="224" y="266"/>
                    <a:pt x="224" y="266"/>
                  </a:cubicBezTo>
                  <a:cubicBezTo>
                    <a:pt x="181" y="266"/>
                    <a:pt x="181" y="266"/>
                    <a:pt x="181" y="266"/>
                  </a:cubicBezTo>
                  <a:cubicBezTo>
                    <a:pt x="185" y="240"/>
                    <a:pt x="185" y="240"/>
                    <a:pt x="185" y="240"/>
                  </a:cubicBezTo>
                  <a:cubicBezTo>
                    <a:pt x="172" y="242"/>
                    <a:pt x="172" y="242"/>
                    <a:pt x="172" y="242"/>
                  </a:cubicBezTo>
                  <a:cubicBezTo>
                    <a:pt x="167" y="242"/>
                    <a:pt x="162" y="243"/>
                    <a:pt x="156" y="243"/>
                  </a:cubicBezTo>
                  <a:cubicBezTo>
                    <a:pt x="152" y="243"/>
                    <a:pt x="147" y="243"/>
                    <a:pt x="143" y="242"/>
                  </a:cubicBezTo>
                  <a:cubicBezTo>
                    <a:pt x="130" y="241"/>
                    <a:pt x="130" y="241"/>
                    <a:pt x="130" y="241"/>
                  </a:cubicBezTo>
                  <a:cubicBezTo>
                    <a:pt x="134" y="266"/>
                    <a:pt x="134" y="266"/>
                    <a:pt x="134" y="266"/>
                  </a:cubicBezTo>
                  <a:cubicBezTo>
                    <a:pt x="91" y="266"/>
                    <a:pt x="91" y="266"/>
                    <a:pt x="91" y="266"/>
                  </a:cubicBezTo>
                  <a:cubicBezTo>
                    <a:pt x="96" y="228"/>
                    <a:pt x="96" y="228"/>
                    <a:pt x="96" y="228"/>
                  </a:cubicBezTo>
                  <a:cubicBezTo>
                    <a:pt x="91" y="224"/>
                    <a:pt x="91" y="224"/>
                    <a:pt x="91" y="224"/>
                  </a:cubicBezTo>
                  <a:cubicBezTo>
                    <a:pt x="70" y="211"/>
                    <a:pt x="55" y="193"/>
                    <a:pt x="48" y="171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20" y="166"/>
                    <a:pt x="20" y="166"/>
                    <a:pt x="20" y="166"/>
                  </a:cubicBezTo>
                  <a:cubicBezTo>
                    <a:pt x="20" y="122"/>
                    <a:pt x="20" y="122"/>
                    <a:pt x="20" y="122"/>
                  </a:cubicBezTo>
                  <a:cubicBezTo>
                    <a:pt x="45" y="125"/>
                    <a:pt x="45" y="125"/>
                    <a:pt x="45" y="125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54" y="98"/>
                    <a:pt x="67" y="81"/>
                    <a:pt x="84" y="68"/>
                  </a:cubicBezTo>
                  <a:cubicBezTo>
                    <a:pt x="88" y="65"/>
                    <a:pt x="88" y="65"/>
                    <a:pt x="88" y="65"/>
                  </a:cubicBezTo>
                  <a:cubicBezTo>
                    <a:pt x="88" y="20"/>
                    <a:pt x="88" y="20"/>
                    <a:pt x="88" y="20"/>
                  </a:cubicBezTo>
                  <a:cubicBezTo>
                    <a:pt x="135" y="47"/>
                    <a:pt x="135" y="47"/>
                    <a:pt x="135" y="47"/>
                  </a:cubicBezTo>
                  <a:cubicBezTo>
                    <a:pt x="138" y="46"/>
                    <a:pt x="138" y="46"/>
                    <a:pt x="138" y="46"/>
                  </a:cubicBezTo>
                  <a:cubicBezTo>
                    <a:pt x="144" y="46"/>
                    <a:pt x="150" y="45"/>
                    <a:pt x="156" y="45"/>
                  </a:cubicBezTo>
                  <a:cubicBezTo>
                    <a:pt x="188" y="45"/>
                    <a:pt x="216" y="56"/>
                    <a:pt x="236" y="74"/>
                  </a:cubicBezTo>
                  <a:cubicBezTo>
                    <a:pt x="256" y="92"/>
                    <a:pt x="269" y="117"/>
                    <a:pt x="269" y="144"/>
                  </a:cubicBezTo>
                  <a:cubicBezTo>
                    <a:pt x="269" y="144"/>
                    <a:pt x="269" y="144"/>
                    <a:pt x="269" y="144"/>
                  </a:cubicBezTo>
                  <a:cubicBezTo>
                    <a:pt x="269" y="176"/>
                    <a:pt x="251" y="205"/>
                    <a:pt x="224" y="2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A164CEDC-07EE-4792-A65D-EB92F57C1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7888" y="4646614"/>
              <a:ext cx="71438" cy="39688"/>
            </a:xfrm>
            <a:custGeom>
              <a:avLst/>
              <a:gdLst>
                <a:gd name="T0" fmla="*/ 10 w 80"/>
                <a:gd name="T1" fmla="*/ 0 h 44"/>
                <a:gd name="T2" fmla="*/ 0 w 80"/>
                <a:gd name="T3" fmla="*/ 9 h 44"/>
                <a:gd name="T4" fmla="*/ 9 w 80"/>
                <a:gd name="T5" fmla="*/ 19 h 44"/>
                <a:gd name="T6" fmla="*/ 9 w 80"/>
                <a:gd name="T7" fmla="*/ 19 h 44"/>
                <a:gd name="T8" fmla="*/ 10 w 80"/>
                <a:gd name="T9" fmla="*/ 19 h 44"/>
                <a:gd name="T10" fmla="*/ 62 w 80"/>
                <a:gd name="T11" fmla="*/ 41 h 44"/>
                <a:gd name="T12" fmla="*/ 69 w 80"/>
                <a:gd name="T13" fmla="*/ 44 h 44"/>
                <a:gd name="T14" fmla="*/ 76 w 80"/>
                <a:gd name="T15" fmla="*/ 41 h 44"/>
                <a:gd name="T16" fmla="*/ 76 w 80"/>
                <a:gd name="T17" fmla="*/ 27 h 44"/>
                <a:gd name="T18" fmla="*/ 10 w 80"/>
                <a:gd name="T1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44">
                  <a:moveTo>
                    <a:pt x="10" y="0"/>
                  </a:moveTo>
                  <a:cubicBezTo>
                    <a:pt x="5" y="0"/>
                    <a:pt x="0" y="4"/>
                    <a:pt x="0" y="9"/>
                  </a:cubicBezTo>
                  <a:cubicBezTo>
                    <a:pt x="0" y="15"/>
                    <a:pt x="4" y="19"/>
                    <a:pt x="9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9" y="19"/>
                    <a:pt x="10" y="19"/>
                    <a:pt x="10" y="19"/>
                  </a:cubicBezTo>
                  <a:cubicBezTo>
                    <a:pt x="16" y="20"/>
                    <a:pt x="44" y="23"/>
                    <a:pt x="62" y="41"/>
                  </a:cubicBezTo>
                  <a:cubicBezTo>
                    <a:pt x="64" y="43"/>
                    <a:pt x="66" y="44"/>
                    <a:pt x="69" y="44"/>
                  </a:cubicBezTo>
                  <a:cubicBezTo>
                    <a:pt x="71" y="44"/>
                    <a:pt x="74" y="43"/>
                    <a:pt x="76" y="41"/>
                  </a:cubicBezTo>
                  <a:cubicBezTo>
                    <a:pt x="80" y="37"/>
                    <a:pt x="79" y="31"/>
                    <a:pt x="76" y="27"/>
                  </a:cubicBezTo>
                  <a:cubicBezTo>
                    <a:pt x="48" y="1"/>
                    <a:pt x="11" y="0"/>
                    <a:pt x="1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4525EB02-3150-43AA-8233-95D87EDB1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1" y="4678364"/>
              <a:ext cx="36513" cy="38100"/>
            </a:xfrm>
            <a:custGeom>
              <a:avLst/>
              <a:gdLst>
                <a:gd name="T0" fmla="*/ 11 w 42"/>
                <a:gd name="T1" fmla="*/ 12 h 43"/>
                <a:gd name="T2" fmla="*/ 5 w 42"/>
                <a:gd name="T3" fmla="*/ 38 h 43"/>
                <a:gd name="T4" fmla="*/ 31 w 42"/>
                <a:gd name="T5" fmla="*/ 31 h 43"/>
                <a:gd name="T6" fmla="*/ 37 w 42"/>
                <a:gd name="T7" fmla="*/ 5 h 43"/>
                <a:gd name="T8" fmla="*/ 11 w 42"/>
                <a:gd name="T9" fmla="*/ 1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3">
                  <a:moveTo>
                    <a:pt x="11" y="12"/>
                  </a:moveTo>
                  <a:cubicBezTo>
                    <a:pt x="2" y="21"/>
                    <a:pt x="0" y="33"/>
                    <a:pt x="5" y="38"/>
                  </a:cubicBezTo>
                  <a:cubicBezTo>
                    <a:pt x="11" y="43"/>
                    <a:pt x="22" y="40"/>
                    <a:pt x="31" y="31"/>
                  </a:cubicBezTo>
                  <a:cubicBezTo>
                    <a:pt x="40" y="21"/>
                    <a:pt x="42" y="10"/>
                    <a:pt x="37" y="5"/>
                  </a:cubicBezTo>
                  <a:cubicBezTo>
                    <a:pt x="31" y="0"/>
                    <a:pt x="20" y="3"/>
                    <a:pt x="1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757F29F1-B819-4089-B73A-8B0D104D4FA6}"/>
              </a:ext>
            </a:extLst>
          </p:cNvPr>
          <p:cNvSpPr/>
          <p:nvPr/>
        </p:nvSpPr>
        <p:spPr>
          <a:xfrm rot="2697175">
            <a:off x="8559750" y="3899885"/>
            <a:ext cx="703957" cy="70395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F7DF8C4-240F-4B31-81E4-584645ADC9DA}"/>
              </a:ext>
            </a:extLst>
          </p:cNvPr>
          <p:cNvSpPr/>
          <p:nvPr/>
        </p:nvSpPr>
        <p:spPr>
          <a:xfrm>
            <a:off x="4713516" y="2760119"/>
            <a:ext cx="20397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1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）临近毕期末考试，自主复习学习内容。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ACD0DD4-5EEF-4407-886C-3974BBF08AA9}"/>
              </a:ext>
            </a:extLst>
          </p:cNvPr>
          <p:cNvSpPr/>
          <p:nvPr/>
        </p:nvSpPr>
        <p:spPr>
          <a:xfrm>
            <a:off x="7166151" y="2544675"/>
            <a:ext cx="38142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1400" dirty="0"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  <a:p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2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）各科教材的三分之一内容，数学、物理、化学三科的相关习题做到作业本上。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68FF97-761E-49FC-AD62-55749E3EEE21}"/>
              </a:ext>
            </a:extLst>
          </p:cNvPr>
          <p:cNvSpPr/>
          <p:nvPr/>
        </p:nvSpPr>
        <p:spPr>
          <a:xfrm>
            <a:off x="4713516" y="4903328"/>
            <a:ext cx="24469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3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）每天坚持收看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《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新闻联播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》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，在作业本上坚持每天用一句话记录一条新闻。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82FFA5-B22F-4A1E-B89F-985BBA7151D4}"/>
              </a:ext>
            </a:extLst>
          </p:cNvPr>
          <p:cNvSpPr/>
          <p:nvPr/>
        </p:nvSpPr>
        <p:spPr>
          <a:xfrm>
            <a:off x="7390088" y="4905616"/>
            <a:ext cx="37129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（</a:t>
            </a:r>
            <a:r>
              <a:rPr lang="en-US" altLang="zh-CN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4</a:t>
            </a:r>
            <a:r>
              <a:rPr lang="zh-CN" altLang="en-US" sz="1400" dirty="0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）结合住地较近的同学，进行“当地民风民俗调查”、“家乡生活环境调查”等社会实践活动，每生写一篇社会调查报告。</a:t>
            </a:r>
          </a:p>
        </p:txBody>
      </p:sp>
    </p:spTree>
    <p:extLst>
      <p:ext uri="{BB962C8B-B14F-4D97-AF65-F5344CB8AC3E}">
        <p14:creationId xmlns:p14="http://schemas.microsoft.com/office/powerpoint/2010/main" val="127575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" grpId="0" animBg="1"/>
      <p:bldP spid="31" grpId="0" animBg="1"/>
      <p:bldP spid="32" grpId="0" animBg="1"/>
      <p:bldP spid="37" grpId="0" animBg="1"/>
      <p:bldP spid="42" grpId="0" animBg="1"/>
      <p:bldP spid="47" grpId="0"/>
      <p:bldP spid="48" grpId="0"/>
      <p:bldP spid="49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65964B4-8505-4217-96A0-0B780B3E2488}"/>
              </a:ext>
            </a:extLst>
          </p:cNvPr>
          <p:cNvSpPr/>
          <p:nvPr/>
        </p:nvSpPr>
        <p:spPr>
          <a:xfrm>
            <a:off x="2509157" y="3105834"/>
            <a:ext cx="7173686" cy="1151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各位 同学，建议利用元旦假期和您的孩子一起总结过去一年的收获，展望新的一年的目标和规划！</a:t>
            </a:r>
          </a:p>
        </p:txBody>
      </p:sp>
    </p:spTree>
    <p:extLst>
      <p:ext uri="{BB962C8B-B14F-4D97-AF65-F5344CB8AC3E}">
        <p14:creationId xmlns:p14="http://schemas.microsoft.com/office/powerpoint/2010/main" val="40281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393CC7-3948-4EFC-BB18-E469E6EE3322}"/>
              </a:ext>
            </a:extLst>
          </p:cNvPr>
          <p:cNvGrpSpPr/>
          <p:nvPr/>
        </p:nvGrpSpPr>
        <p:grpSpPr>
          <a:xfrm>
            <a:off x="816429" y="800100"/>
            <a:ext cx="10711542" cy="5257800"/>
            <a:chOff x="816429" y="800100"/>
            <a:chExt cx="10711542" cy="525780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8289ED0-563E-4968-B6B4-219DC375CD57}"/>
                </a:ext>
              </a:extLst>
            </p:cNvPr>
            <p:cNvSpPr/>
            <p:nvPr/>
          </p:nvSpPr>
          <p:spPr>
            <a:xfrm>
              <a:off x="816429" y="800100"/>
              <a:ext cx="10711542" cy="5257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186EE56-A3B3-428A-B6C3-41B060CC9883}"/>
                </a:ext>
              </a:extLst>
            </p:cNvPr>
            <p:cNvSpPr/>
            <p:nvPr/>
          </p:nvSpPr>
          <p:spPr>
            <a:xfrm>
              <a:off x="914400" y="890199"/>
              <a:ext cx="10461171" cy="5075171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endParaRP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5E6D837D-4914-430E-BF31-6C9301BB33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38353"/>
            <a:ext cx="2067481" cy="206748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65964B4-8505-4217-96A0-0B780B3E2488}"/>
              </a:ext>
            </a:extLst>
          </p:cNvPr>
          <p:cNvSpPr/>
          <p:nvPr/>
        </p:nvSpPr>
        <p:spPr>
          <a:xfrm>
            <a:off x="1748972" y="1359236"/>
            <a:ext cx="9109528" cy="4137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40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版权声明</a:t>
            </a:r>
            <a:endParaRPr lang="zh-CN" altLang="en-US" sz="2400" dirty="0">
              <a:solidFill>
                <a:srgbClr val="BD3625"/>
              </a:solidFill>
              <a:latin typeface="OPPOSans B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  <a:sym typeface="OPPOSans B" panose="00020600040101010101" pitchFamily="18" charset="-122"/>
            </a:endParaRP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        感谢您下载本网站平台上提供的PPT作品，为了您和本网站以及演讲人作者的利益，请勿复制、传播、销售，否则将承担法律责任！本网站将对作品进行维权，按照传播下载次数进行十倍的索取赔偿！</a:t>
            </a: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       1. 在本网站出售的PPT模板是免版税类(RF:Royalty-Free)正版受《中国人民共和国著作法》和《世界版权公约》的保护，作品的所有权、版权和著作权归本网站所有,您下载的是PPT模板素材的使用权。</a:t>
            </a:r>
          </a:p>
          <a:p>
            <a:pPr algn="ctr" defTabSz="378600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BD3625"/>
                </a:solidFill>
                <a:latin typeface="OPPOSans B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OPPOSans B" panose="00020600040101010101" pitchFamily="18" charset="-122"/>
              </a:rPr>
              <a:t>        2. 不得将本网站的PPT模板、PPT素材，本身用于再出售,或者出租、出借、转让、分销、发布或者作为礼物供他人使用，不得转授权、出卖、转让本协议或者本协议中的权利。</a:t>
            </a:r>
          </a:p>
        </p:txBody>
      </p:sp>
    </p:spTree>
    <p:extLst>
      <p:ext uri="{BB962C8B-B14F-4D97-AF65-F5344CB8AC3E}">
        <p14:creationId xmlns:p14="http://schemas.microsoft.com/office/powerpoint/2010/main" val="25682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B04E27BF-072B-4D2F-A9A9-687462A776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294" y="4014724"/>
            <a:ext cx="284242" cy="2842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FE3068F-59A2-4A05-8AA1-A959C921FB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532" y="3987394"/>
            <a:ext cx="423991" cy="423991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0679F726-9A2F-4832-BC0D-2F8834C7B541}"/>
              </a:ext>
            </a:extLst>
          </p:cNvPr>
          <p:cNvSpPr txBox="1">
            <a:spLocks/>
          </p:cNvSpPr>
          <p:nvPr/>
        </p:nvSpPr>
        <p:spPr>
          <a:xfrm>
            <a:off x="4695740" y="666892"/>
            <a:ext cx="2800520" cy="27621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8800" dirty="0">
                <a:gradFill>
                  <a:gsLst>
                    <a:gs pos="100000">
                      <a:srgbClr val="FBDC5F"/>
                    </a:gs>
                    <a:gs pos="0">
                      <a:srgbClr val="C00000"/>
                    </a:gs>
                    <a:gs pos="50000">
                      <a:srgbClr val="FF0000"/>
                    </a:gs>
                  </a:gsLst>
                  <a:lin ang="5400000" scaled="1"/>
                </a:gra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OPPOSans B" panose="00020600040101010101" pitchFamily="18" charset="-122"/>
              </a:rPr>
              <a:t>元旦快乐</a:t>
            </a:r>
          </a:p>
        </p:txBody>
      </p:sp>
    </p:spTree>
    <p:extLst>
      <p:ext uri="{BB962C8B-B14F-4D97-AF65-F5344CB8AC3E}">
        <p14:creationId xmlns:p14="http://schemas.microsoft.com/office/powerpoint/2010/main" val="87017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来自格调办公www.styleppt.com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715</Words>
  <Application>Microsoft Office PowerPoint</Application>
  <PresentationFormat>宽屏</PresentationFormat>
  <Paragraphs>45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OPPOSans B</vt:lpstr>
      <vt:lpstr>OPPOSans R</vt:lpstr>
      <vt:lpstr>Arial</vt:lpstr>
      <vt:lpstr>来自格调办公www.styleppt.com1</vt:lpstr>
      <vt:lpstr>学校放假通知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2021-11-03T03:29:39Z</dcterms:created>
  <dcterms:modified xsi:type="dcterms:W3CDTF">2023-12-20T02:40:44Z</dcterms:modified>
  <cp:category/>
  <cp:contentStatus/>
</cp:coreProperties>
</file>